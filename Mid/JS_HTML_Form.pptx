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851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 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en-FI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FI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69F464-A16B-4282-99D9-9EE640B9C356}"/>
</file>

<file path=customXml/itemProps2.xml><?xml version="1.0" encoding="utf-8"?>
<ds:datastoreItem xmlns:ds="http://schemas.openxmlformats.org/officeDocument/2006/customXml" ds:itemID="{093AF144-E0CE-4E52-89F5-EA20E7F2F756}"/>
</file>

<file path=customXml/itemProps3.xml><?xml version="1.0" encoding="utf-8"?>
<ds:datastoreItem xmlns:ds="http://schemas.openxmlformats.org/officeDocument/2006/customXml" ds:itemID="{BA4EBA58-6294-4E2C-8432-11B73F8DA6D9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324</TotalTime>
  <Words>1625</Words>
  <Application>Microsoft Office PowerPoint</Application>
  <PresentationFormat>On-screen Show (4:3)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Corbel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13</cp:revision>
  <dcterms:created xsi:type="dcterms:W3CDTF">2018-12-10T17:20:29Z</dcterms:created>
  <dcterms:modified xsi:type="dcterms:W3CDTF">2022-05-24T14:55:49Z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