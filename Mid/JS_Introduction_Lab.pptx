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1"/>
  </p:notesMasterIdLst>
  <p:sldIdLst>
    <p:sldId id="256" r:id="rId2"/>
    <p:sldId id="257" r:id="rId3"/>
    <p:sldId id="286" r:id="rId4"/>
    <p:sldId id="287" r:id="rId5"/>
    <p:sldId id="288" r:id="rId6"/>
    <p:sldId id="289" r:id="rId7"/>
    <p:sldId id="290" r:id="rId8"/>
    <p:sldId id="264" r:id="rId9"/>
    <p:sldId id="265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6E0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A624873-DACD-496F-938C-70EB8160D6AD}" v="2" dt="2020-04-30T09:26:54.880"/>
    <p1510:client id="{DB6DA42A-7068-4790-B4E7-358C9715504E}" v="5" dt="2020-04-30T10:45:18.92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724"/>
  </p:normalViewPr>
  <p:slideViewPr>
    <p:cSldViewPr snapToGrid="0" snapToObjects="1">
      <p:cViewPr varScale="1">
        <p:scale>
          <a:sx n="65" d="100"/>
          <a:sy n="65" d="100"/>
        </p:scale>
        <p:origin x="153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18" Type="http://schemas.openxmlformats.org/officeDocument/2006/relationships/customXml" Target="../customXml/item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20" Type="http://schemas.openxmlformats.org/officeDocument/2006/relationships/customXml" Target="../customXml/item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customXml" Target="../customXml/item2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nvir Ahmed" userId="5fa9bf89-1556-4927-a8e9-24c5d464f299" providerId="ADAL" clId="{DB6DA42A-7068-4790-B4E7-358C9715504E}"/>
    <pc:docChg chg="addSld delSld modSld sldOrd">
      <pc:chgData name="Tanvir Ahmed" userId="5fa9bf89-1556-4927-a8e9-24c5d464f299" providerId="ADAL" clId="{DB6DA42A-7068-4790-B4E7-358C9715504E}" dt="2020-04-30T10:51:50.720" v="31" actId="20577"/>
      <pc:docMkLst>
        <pc:docMk/>
      </pc:docMkLst>
      <pc:sldChg chg="modSp">
        <pc:chgData name="Tanvir Ahmed" userId="5fa9bf89-1556-4927-a8e9-24c5d464f299" providerId="ADAL" clId="{DB6DA42A-7068-4790-B4E7-358C9715504E}" dt="2020-04-30T10:51:50.720" v="31" actId="20577"/>
        <pc:sldMkLst>
          <pc:docMk/>
          <pc:sldMk cId="700707328" sldId="256"/>
        </pc:sldMkLst>
        <pc:graphicFrameChg chg="modGraphic">
          <ac:chgData name="Tanvir Ahmed" userId="5fa9bf89-1556-4927-a8e9-24c5d464f299" providerId="ADAL" clId="{DB6DA42A-7068-4790-B4E7-358C9715504E}" dt="2020-04-30T10:51:50.720" v="31" actId="20577"/>
          <ac:graphicFrameMkLst>
            <pc:docMk/>
            <pc:sldMk cId="700707328" sldId="256"/>
            <ac:graphicFrameMk id="7" creationId="{29FF08AD-7519-4C4A-8E0D-640DF5BB5E58}"/>
          </ac:graphicFrameMkLst>
        </pc:graphicFrameChg>
      </pc:sldChg>
      <pc:sldChg chg="modSp">
        <pc:chgData name="Tanvir Ahmed" userId="5fa9bf89-1556-4927-a8e9-24c5d464f299" providerId="ADAL" clId="{DB6DA42A-7068-4790-B4E7-358C9715504E}" dt="2020-04-30T10:44:32.657" v="1" actId="20577"/>
        <pc:sldMkLst>
          <pc:docMk/>
          <pc:sldMk cId="424874041" sldId="257"/>
        </pc:sldMkLst>
        <pc:spChg chg="mod">
          <ac:chgData name="Tanvir Ahmed" userId="5fa9bf89-1556-4927-a8e9-24c5d464f299" providerId="ADAL" clId="{DB6DA42A-7068-4790-B4E7-358C9715504E}" dt="2020-04-30T10:44:32.657" v="1" actId="20577"/>
          <ac:spMkLst>
            <pc:docMk/>
            <pc:sldMk cId="424874041" sldId="257"/>
            <ac:spMk id="3" creationId="{00000000-0000-0000-0000-000000000000}"/>
          </ac:spMkLst>
        </pc:spChg>
      </pc:sldChg>
      <pc:sldChg chg="del">
        <pc:chgData name="Tanvir Ahmed" userId="5fa9bf89-1556-4927-a8e9-24c5d464f299" providerId="ADAL" clId="{DB6DA42A-7068-4790-B4E7-358C9715504E}" dt="2020-04-30T10:45:43.426" v="11" actId="2696"/>
        <pc:sldMkLst>
          <pc:docMk/>
          <pc:sldMk cId="2823762119" sldId="258"/>
        </pc:sldMkLst>
      </pc:sldChg>
      <pc:sldChg chg="addSp delSp modSp del">
        <pc:chgData name="Tanvir Ahmed" userId="5fa9bf89-1556-4927-a8e9-24c5d464f299" providerId="ADAL" clId="{DB6DA42A-7068-4790-B4E7-358C9715504E}" dt="2020-04-30T10:45:43.388" v="7" actId="2696"/>
        <pc:sldMkLst>
          <pc:docMk/>
          <pc:sldMk cId="2134390752" sldId="266"/>
        </pc:sldMkLst>
        <pc:graphicFrameChg chg="add del mod">
          <ac:chgData name="Tanvir Ahmed" userId="5fa9bf89-1556-4927-a8e9-24c5d464f299" providerId="ADAL" clId="{DB6DA42A-7068-4790-B4E7-358C9715504E}" dt="2020-04-30T10:44:48.527" v="3"/>
          <ac:graphicFrameMkLst>
            <pc:docMk/>
            <pc:sldMk cId="2134390752" sldId="266"/>
            <ac:graphicFrameMk id="3" creationId="{EF4B03EF-7145-41DF-902C-EB3D8A0F037A}"/>
          </ac:graphicFrameMkLst>
        </pc:graphicFrameChg>
      </pc:sldChg>
      <pc:sldChg chg="del">
        <pc:chgData name="Tanvir Ahmed" userId="5fa9bf89-1556-4927-a8e9-24c5d464f299" providerId="ADAL" clId="{DB6DA42A-7068-4790-B4E7-358C9715504E}" dt="2020-04-30T10:45:43.397" v="8" actId="2696"/>
        <pc:sldMkLst>
          <pc:docMk/>
          <pc:sldMk cId="3132154582" sldId="267"/>
        </pc:sldMkLst>
      </pc:sldChg>
      <pc:sldChg chg="del">
        <pc:chgData name="Tanvir Ahmed" userId="5fa9bf89-1556-4927-a8e9-24c5d464f299" providerId="ADAL" clId="{DB6DA42A-7068-4790-B4E7-358C9715504E}" dt="2020-04-30T10:45:43.408" v="9" actId="2696"/>
        <pc:sldMkLst>
          <pc:docMk/>
          <pc:sldMk cId="1844210163" sldId="268"/>
        </pc:sldMkLst>
      </pc:sldChg>
      <pc:sldChg chg="del">
        <pc:chgData name="Tanvir Ahmed" userId="5fa9bf89-1556-4927-a8e9-24c5d464f299" providerId="ADAL" clId="{DB6DA42A-7068-4790-B4E7-358C9715504E}" dt="2020-04-30T10:45:43.414" v="10" actId="2696"/>
        <pc:sldMkLst>
          <pc:docMk/>
          <pc:sldMk cId="1083068446" sldId="269"/>
        </pc:sldMkLst>
      </pc:sldChg>
      <pc:sldChg chg="del">
        <pc:chgData name="Tanvir Ahmed" userId="5fa9bf89-1556-4927-a8e9-24c5d464f299" providerId="ADAL" clId="{DB6DA42A-7068-4790-B4E7-358C9715504E}" dt="2020-04-30T10:45:43.435" v="12" actId="2696"/>
        <pc:sldMkLst>
          <pc:docMk/>
          <pc:sldMk cId="3563437121" sldId="270"/>
        </pc:sldMkLst>
      </pc:sldChg>
      <pc:sldChg chg="del">
        <pc:chgData name="Tanvir Ahmed" userId="5fa9bf89-1556-4927-a8e9-24c5d464f299" providerId="ADAL" clId="{DB6DA42A-7068-4790-B4E7-358C9715504E}" dt="2020-04-30T10:45:43.449" v="13" actId="2696"/>
        <pc:sldMkLst>
          <pc:docMk/>
          <pc:sldMk cId="434394984" sldId="271"/>
        </pc:sldMkLst>
      </pc:sldChg>
      <pc:sldChg chg="del">
        <pc:chgData name="Tanvir Ahmed" userId="5fa9bf89-1556-4927-a8e9-24c5d464f299" providerId="ADAL" clId="{DB6DA42A-7068-4790-B4E7-358C9715504E}" dt="2020-04-30T10:45:43.461" v="14" actId="2696"/>
        <pc:sldMkLst>
          <pc:docMk/>
          <pc:sldMk cId="2796121990" sldId="272"/>
        </pc:sldMkLst>
      </pc:sldChg>
      <pc:sldChg chg="del">
        <pc:chgData name="Tanvir Ahmed" userId="5fa9bf89-1556-4927-a8e9-24c5d464f299" providerId="ADAL" clId="{DB6DA42A-7068-4790-B4E7-358C9715504E}" dt="2020-04-30T10:45:43.472" v="15" actId="2696"/>
        <pc:sldMkLst>
          <pc:docMk/>
          <pc:sldMk cId="1151346342" sldId="273"/>
        </pc:sldMkLst>
      </pc:sldChg>
      <pc:sldChg chg="del">
        <pc:chgData name="Tanvir Ahmed" userId="5fa9bf89-1556-4927-a8e9-24c5d464f299" providerId="ADAL" clId="{DB6DA42A-7068-4790-B4E7-358C9715504E}" dt="2020-04-30T10:45:43.483" v="16" actId="2696"/>
        <pc:sldMkLst>
          <pc:docMk/>
          <pc:sldMk cId="990919917" sldId="274"/>
        </pc:sldMkLst>
      </pc:sldChg>
      <pc:sldChg chg="del">
        <pc:chgData name="Tanvir Ahmed" userId="5fa9bf89-1556-4927-a8e9-24c5d464f299" providerId="ADAL" clId="{DB6DA42A-7068-4790-B4E7-358C9715504E}" dt="2020-04-30T10:45:43.491" v="17" actId="2696"/>
        <pc:sldMkLst>
          <pc:docMk/>
          <pc:sldMk cId="210176247" sldId="275"/>
        </pc:sldMkLst>
      </pc:sldChg>
      <pc:sldChg chg="del">
        <pc:chgData name="Tanvir Ahmed" userId="5fa9bf89-1556-4927-a8e9-24c5d464f299" providerId="ADAL" clId="{DB6DA42A-7068-4790-B4E7-358C9715504E}" dt="2020-04-30T10:45:43.499" v="18" actId="2696"/>
        <pc:sldMkLst>
          <pc:docMk/>
          <pc:sldMk cId="3054597525" sldId="276"/>
        </pc:sldMkLst>
      </pc:sldChg>
      <pc:sldChg chg="del">
        <pc:chgData name="Tanvir Ahmed" userId="5fa9bf89-1556-4927-a8e9-24c5d464f299" providerId="ADAL" clId="{DB6DA42A-7068-4790-B4E7-358C9715504E}" dt="2020-04-30T10:45:43.508" v="19" actId="2696"/>
        <pc:sldMkLst>
          <pc:docMk/>
          <pc:sldMk cId="2662945489" sldId="277"/>
        </pc:sldMkLst>
      </pc:sldChg>
      <pc:sldChg chg="del">
        <pc:chgData name="Tanvir Ahmed" userId="5fa9bf89-1556-4927-a8e9-24c5d464f299" providerId="ADAL" clId="{DB6DA42A-7068-4790-B4E7-358C9715504E}" dt="2020-04-30T10:45:43.518" v="20" actId="2696"/>
        <pc:sldMkLst>
          <pc:docMk/>
          <pc:sldMk cId="2548848223" sldId="278"/>
        </pc:sldMkLst>
      </pc:sldChg>
      <pc:sldChg chg="del">
        <pc:chgData name="Tanvir Ahmed" userId="5fa9bf89-1556-4927-a8e9-24c5d464f299" providerId="ADAL" clId="{DB6DA42A-7068-4790-B4E7-358C9715504E}" dt="2020-04-30T10:45:43.533" v="21" actId="2696"/>
        <pc:sldMkLst>
          <pc:docMk/>
          <pc:sldMk cId="915464564" sldId="279"/>
        </pc:sldMkLst>
      </pc:sldChg>
      <pc:sldChg chg="del">
        <pc:chgData name="Tanvir Ahmed" userId="5fa9bf89-1556-4927-a8e9-24c5d464f299" providerId="ADAL" clId="{DB6DA42A-7068-4790-B4E7-358C9715504E}" dt="2020-04-30T10:45:43.546" v="22" actId="2696"/>
        <pc:sldMkLst>
          <pc:docMk/>
          <pc:sldMk cId="810716952" sldId="280"/>
        </pc:sldMkLst>
      </pc:sldChg>
      <pc:sldChg chg="del">
        <pc:chgData name="Tanvir Ahmed" userId="5fa9bf89-1556-4927-a8e9-24c5d464f299" providerId="ADAL" clId="{DB6DA42A-7068-4790-B4E7-358C9715504E}" dt="2020-04-30T10:45:43.555" v="23" actId="2696"/>
        <pc:sldMkLst>
          <pc:docMk/>
          <pc:sldMk cId="3236924561" sldId="281"/>
        </pc:sldMkLst>
      </pc:sldChg>
      <pc:sldChg chg="del">
        <pc:chgData name="Tanvir Ahmed" userId="5fa9bf89-1556-4927-a8e9-24c5d464f299" providerId="ADAL" clId="{DB6DA42A-7068-4790-B4E7-358C9715504E}" dt="2020-04-30T10:45:43.565" v="24" actId="2696"/>
        <pc:sldMkLst>
          <pc:docMk/>
          <pc:sldMk cId="1863200963" sldId="282"/>
        </pc:sldMkLst>
      </pc:sldChg>
      <pc:sldChg chg="del">
        <pc:chgData name="Tanvir Ahmed" userId="5fa9bf89-1556-4927-a8e9-24c5d464f299" providerId="ADAL" clId="{DB6DA42A-7068-4790-B4E7-358C9715504E}" dt="2020-04-30T10:45:43.613" v="26" actId="2696"/>
        <pc:sldMkLst>
          <pc:docMk/>
          <pc:sldMk cId="3532267386" sldId="283"/>
        </pc:sldMkLst>
      </pc:sldChg>
      <pc:sldChg chg="del">
        <pc:chgData name="Tanvir Ahmed" userId="5fa9bf89-1556-4927-a8e9-24c5d464f299" providerId="ADAL" clId="{DB6DA42A-7068-4790-B4E7-358C9715504E}" dt="2020-04-30T10:45:43.628" v="27" actId="2696"/>
        <pc:sldMkLst>
          <pc:docMk/>
          <pc:sldMk cId="4220900740" sldId="284"/>
        </pc:sldMkLst>
      </pc:sldChg>
      <pc:sldChg chg="del ord">
        <pc:chgData name="Tanvir Ahmed" userId="5fa9bf89-1556-4927-a8e9-24c5d464f299" providerId="ADAL" clId="{DB6DA42A-7068-4790-B4E7-358C9715504E}" dt="2020-04-30T10:45:43.588" v="25" actId="2696"/>
        <pc:sldMkLst>
          <pc:docMk/>
          <pc:sldMk cId="511509548" sldId="285"/>
        </pc:sldMkLst>
      </pc:sldChg>
      <pc:sldChg chg="add">
        <pc:chgData name="Tanvir Ahmed" userId="5fa9bf89-1556-4927-a8e9-24c5d464f299" providerId="ADAL" clId="{DB6DA42A-7068-4790-B4E7-358C9715504E}" dt="2020-04-30T10:45:15.360" v="4"/>
        <pc:sldMkLst>
          <pc:docMk/>
          <pc:sldMk cId="261875079" sldId="286"/>
        </pc:sldMkLst>
      </pc:sldChg>
      <pc:sldChg chg="add">
        <pc:chgData name="Tanvir Ahmed" userId="5fa9bf89-1556-4927-a8e9-24c5d464f299" providerId="ADAL" clId="{DB6DA42A-7068-4790-B4E7-358C9715504E}" dt="2020-04-30T10:45:15.360" v="4"/>
        <pc:sldMkLst>
          <pc:docMk/>
          <pc:sldMk cId="2819377470" sldId="287"/>
        </pc:sldMkLst>
      </pc:sldChg>
      <pc:sldChg chg="add">
        <pc:chgData name="Tanvir Ahmed" userId="5fa9bf89-1556-4927-a8e9-24c5d464f299" providerId="ADAL" clId="{DB6DA42A-7068-4790-B4E7-358C9715504E}" dt="2020-04-30T10:45:15.360" v="4"/>
        <pc:sldMkLst>
          <pc:docMk/>
          <pc:sldMk cId="1744785842" sldId="288"/>
        </pc:sldMkLst>
      </pc:sldChg>
      <pc:sldChg chg="add">
        <pc:chgData name="Tanvir Ahmed" userId="5fa9bf89-1556-4927-a8e9-24c5d464f299" providerId="ADAL" clId="{DB6DA42A-7068-4790-B4E7-358C9715504E}" dt="2020-04-30T10:45:15.360" v="4"/>
        <pc:sldMkLst>
          <pc:docMk/>
          <pc:sldMk cId="3143269072" sldId="289"/>
        </pc:sldMkLst>
      </pc:sldChg>
      <pc:sldChg chg="add">
        <pc:chgData name="Tanvir Ahmed" userId="5fa9bf89-1556-4927-a8e9-24c5d464f299" providerId="ADAL" clId="{DB6DA42A-7068-4790-B4E7-358C9715504E}" dt="2020-04-30T10:45:15.360" v="4"/>
        <pc:sldMkLst>
          <pc:docMk/>
          <pc:sldMk cId="2898490645" sldId="290"/>
        </pc:sldMkLst>
      </pc:sldChg>
    </pc:docChg>
  </pc:docChgLst>
  <pc:docChgLst>
    <pc:chgData name=" " userId="7df7294e-d88c-40ba-90e5-79451dd84eeb" providerId="ADAL" clId="{865E8905-3A9F-4DF8-BE85-8764B14DC0D4}"/>
    <pc:docChg chg="modSld">
      <pc:chgData name=" " userId="7df7294e-d88c-40ba-90e5-79451dd84eeb" providerId="ADAL" clId="{865E8905-3A9F-4DF8-BE85-8764B14DC0D4}" dt="2019-04-17T04:06:04.677" v="0" actId="1076"/>
      <pc:docMkLst>
        <pc:docMk/>
      </pc:docMkLst>
      <pc:sldChg chg="modSp">
        <pc:chgData name=" " userId="7df7294e-d88c-40ba-90e5-79451dd84eeb" providerId="ADAL" clId="{865E8905-3A9F-4DF8-BE85-8764B14DC0D4}" dt="2019-04-17T04:06:04.677" v="0" actId="1076"/>
        <pc:sldMkLst>
          <pc:docMk/>
          <pc:sldMk cId="3716353229" sldId="259"/>
        </pc:sldMkLst>
        <pc:spChg chg="mod">
          <ac:chgData name=" " userId="7df7294e-d88c-40ba-90e5-79451dd84eeb" providerId="ADAL" clId="{865E8905-3A9F-4DF8-BE85-8764B14DC0D4}" dt="2019-04-17T04:06:04.677" v="0" actId="1076"/>
          <ac:spMkLst>
            <pc:docMk/>
            <pc:sldMk cId="3716353229" sldId="259"/>
            <ac:spMk id="5" creationId="{00000000-0000-0000-0000-000000000000}"/>
          </ac:spMkLst>
        </pc:spChg>
      </pc:sldChg>
    </pc:docChg>
  </pc:docChgLst>
  <pc:docChgLst>
    <pc:chgData name="Tanvir Ahmed" userId="5fa9bf89-1556-4927-a8e9-24c5d464f299" providerId="ADAL" clId="{CA624873-DACD-496F-938C-70EB8160D6AD}"/>
    <pc:docChg chg="undo custSel delSld modSld">
      <pc:chgData name="Tanvir Ahmed" userId="5fa9bf89-1556-4927-a8e9-24c5d464f299" providerId="ADAL" clId="{CA624873-DACD-496F-938C-70EB8160D6AD}" dt="2020-04-30T10:43:36.805" v="10" actId="2696"/>
      <pc:docMkLst>
        <pc:docMk/>
      </pc:docMkLst>
      <pc:sldChg chg="modSp">
        <pc:chgData name="Tanvir Ahmed" userId="5fa9bf89-1556-4927-a8e9-24c5d464f299" providerId="ADAL" clId="{CA624873-DACD-496F-938C-70EB8160D6AD}" dt="2020-04-30T09:26:52.024" v="2" actId="20577"/>
        <pc:sldMkLst>
          <pc:docMk/>
          <pc:sldMk cId="424874041" sldId="257"/>
        </pc:sldMkLst>
        <pc:spChg chg="mod">
          <ac:chgData name="Tanvir Ahmed" userId="5fa9bf89-1556-4927-a8e9-24c5d464f299" providerId="ADAL" clId="{CA624873-DACD-496F-938C-70EB8160D6AD}" dt="2020-04-30T09:26:52.024" v="2" actId="20577"/>
          <ac:spMkLst>
            <pc:docMk/>
            <pc:sldMk cId="424874041" sldId="257"/>
            <ac:spMk id="3" creationId="{00000000-0000-0000-0000-000000000000}"/>
          </ac:spMkLst>
        </pc:spChg>
      </pc:sldChg>
      <pc:sldChg chg="del">
        <pc:chgData name="Tanvir Ahmed" userId="5fa9bf89-1556-4927-a8e9-24c5d464f299" providerId="ADAL" clId="{CA624873-DACD-496F-938C-70EB8160D6AD}" dt="2020-04-30T10:43:36.805" v="10" actId="2696"/>
        <pc:sldMkLst>
          <pc:docMk/>
          <pc:sldMk cId="261875079" sldId="286"/>
        </pc:sldMkLst>
      </pc:sldChg>
      <pc:sldChg chg="del">
        <pc:chgData name="Tanvir Ahmed" userId="5fa9bf89-1556-4927-a8e9-24c5d464f299" providerId="ADAL" clId="{CA624873-DACD-496F-938C-70EB8160D6AD}" dt="2020-04-30T10:43:36.804" v="9" actId="2696"/>
        <pc:sldMkLst>
          <pc:docMk/>
          <pc:sldMk cId="2819377470" sldId="287"/>
        </pc:sldMkLst>
      </pc:sldChg>
      <pc:sldChg chg="del">
        <pc:chgData name="Tanvir Ahmed" userId="5fa9bf89-1556-4927-a8e9-24c5d464f299" providerId="ADAL" clId="{CA624873-DACD-496F-938C-70EB8160D6AD}" dt="2020-04-30T10:43:36.799" v="8" actId="2696"/>
        <pc:sldMkLst>
          <pc:docMk/>
          <pc:sldMk cId="1744785842" sldId="288"/>
        </pc:sldMkLst>
      </pc:sldChg>
      <pc:sldChg chg="del">
        <pc:chgData name="Tanvir Ahmed" userId="5fa9bf89-1556-4927-a8e9-24c5d464f299" providerId="ADAL" clId="{CA624873-DACD-496F-938C-70EB8160D6AD}" dt="2020-04-30T10:43:36.798" v="7" actId="2696"/>
        <pc:sldMkLst>
          <pc:docMk/>
          <pc:sldMk cId="3143269072" sldId="289"/>
        </pc:sldMkLst>
      </pc:sldChg>
      <pc:sldChg chg="del">
        <pc:chgData name="Tanvir Ahmed" userId="5fa9bf89-1556-4927-a8e9-24c5d464f299" providerId="ADAL" clId="{CA624873-DACD-496F-938C-70EB8160D6AD}" dt="2020-04-30T10:43:36.791" v="6" actId="2696"/>
        <pc:sldMkLst>
          <pc:docMk/>
          <pc:sldMk cId="2898490645" sldId="290"/>
        </pc:sldMkLst>
      </pc:sldChg>
      <pc:sldChg chg="del">
        <pc:chgData name="Tanvir Ahmed" userId="5fa9bf89-1556-4927-a8e9-24c5d464f299" providerId="ADAL" clId="{CA624873-DACD-496F-938C-70EB8160D6AD}" dt="2020-04-30T09:27:06.655" v="5" actId="2696"/>
        <pc:sldMkLst>
          <pc:docMk/>
          <pc:sldMk cId="3093467319" sldId="291"/>
        </pc:sldMkLst>
      </pc:sldChg>
      <pc:sldChg chg="del">
        <pc:chgData name="Tanvir Ahmed" userId="5fa9bf89-1556-4927-a8e9-24c5d464f299" providerId="ADAL" clId="{CA624873-DACD-496F-938C-70EB8160D6AD}" dt="2020-04-30T09:27:06.655" v="4" actId="2696"/>
        <pc:sldMkLst>
          <pc:docMk/>
          <pc:sldMk cId="1035863812" sldId="292"/>
        </pc:sldMkLst>
      </pc:sldChg>
      <pc:sldChg chg="del">
        <pc:chgData name="Tanvir Ahmed" userId="5fa9bf89-1556-4927-a8e9-24c5d464f299" providerId="ADAL" clId="{CA624873-DACD-496F-938C-70EB8160D6AD}" dt="2020-04-30T09:27:06.655" v="3" actId="2696"/>
        <pc:sldMkLst>
          <pc:docMk/>
          <pc:sldMk cId="2329211199" sldId="293"/>
        </pc:sldMkLst>
      </pc:sldChg>
    </pc:docChg>
  </pc:docChgLst>
  <pc:docChgLst>
    <pc:chgData name="Tanvir Ahmed" userId="5fa9bf89-1556-4927-a8e9-24c5d464f299" providerId="ADAL" clId="{FD252C03-E43F-4B0F-AB1C-39DF6BFE4A61}"/>
    <pc:docChg chg="custSel modSld">
      <pc:chgData name="Tanvir Ahmed" userId="5fa9bf89-1556-4927-a8e9-24c5d464f299" providerId="ADAL" clId="{FD252C03-E43F-4B0F-AB1C-39DF6BFE4A61}" dt="2020-04-30T10:55:05.808" v="9" actId="27636"/>
      <pc:docMkLst>
        <pc:docMk/>
      </pc:docMkLst>
      <pc:sldChg chg="modSp">
        <pc:chgData name="Tanvir Ahmed" userId="5fa9bf89-1556-4927-a8e9-24c5d464f299" providerId="ADAL" clId="{FD252C03-E43F-4B0F-AB1C-39DF6BFE4A61}" dt="2020-04-30T10:55:05.808" v="9" actId="27636"/>
        <pc:sldMkLst>
          <pc:docMk/>
          <pc:sldMk cId="700707328" sldId="256"/>
        </pc:sldMkLst>
        <pc:spChg chg="mod">
          <ac:chgData name="Tanvir Ahmed" userId="5fa9bf89-1556-4927-a8e9-24c5d464f299" providerId="ADAL" clId="{FD252C03-E43F-4B0F-AB1C-39DF6BFE4A61}" dt="2020-04-30T10:55:05.808" v="9" actId="27636"/>
          <ac:spMkLst>
            <pc:docMk/>
            <pc:sldMk cId="700707328" sldId="256"/>
            <ac:spMk id="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2AB4DD-911D-41E3-A028-2B7F77AC5F25}" type="datetimeFigureOut">
              <a:rPr lang="en-US" smtClean="0"/>
              <a:t>24/5/2022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C843EE-774D-47BE-A3FF-293D0A429F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16509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24/5/2022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449005"/>
            <a:ext cx="7808976" cy="1088136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marL="0" algn="l" defTabSz="914400" rtl="0" eaLnBrk="1" latinLnBrk="0" hangingPunct="1">
              <a:lnSpc>
                <a:spcPts val="4600"/>
              </a:lnSpc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7754112" cy="484632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284163" y="6227064"/>
            <a:ext cx="8574087" cy="173736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26" name="Picture 2" descr="Image result for AIUB logo">
            <a:extLst>
              <a:ext uri="{FF2B5EF4-FFF2-40B4-BE49-F238E27FC236}">
                <a16:creationId xmlns:a16="http://schemas.microsoft.com/office/drawing/2014/main" id="{CF3BFD94-6180-4B73-8361-A4B02BAD17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38596" y="459899"/>
            <a:ext cx="1419654" cy="142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24/5/2022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284163" y="444728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24/5/2022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2017058"/>
            <a:ext cx="8574087" cy="4377391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2420" y="1532965"/>
            <a:ext cx="7754284" cy="48409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i-FI"/>
              <a:t>Click to edit Master subtitle style</a:t>
            </a:r>
            <a:endParaRPr dirty="0"/>
          </a:p>
        </p:txBody>
      </p:sp>
      <p:grpSp>
        <p:nvGrpSpPr>
          <p:cNvPr id="7" name="Group 16"/>
          <p:cNvGrpSpPr/>
          <p:nvPr/>
        </p:nvGrpSpPr>
        <p:grpSpPr>
          <a:xfrm>
            <a:off x="284163" y="1906542"/>
            <a:ext cx="8576373" cy="137411"/>
            <a:chOff x="284163" y="1759424"/>
            <a:chExt cx="8576373" cy="137411"/>
          </a:xfrm>
        </p:grpSpPr>
        <p:sp>
          <p:nvSpPr>
            <p:cNvPr id="11" name="Rectangle 10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9" name="TextBox 18"/>
          <p:cNvSpPr txBox="1"/>
          <p:nvPr/>
        </p:nvSpPr>
        <p:spPr>
          <a:xfrm>
            <a:off x="8230889" y="444728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18633" y="444728"/>
            <a:ext cx="7810967" cy="1088237"/>
          </a:xfrm>
          <a:noFill/>
        </p:spPr>
        <p:txBody>
          <a:bodyPr bIns="45720" anchor="b" anchorCtr="0">
            <a:normAutofit/>
          </a:bodyPr>
          <a:lstStyle>
            <a:lvl1pPr algn="l">
              <a:lnSpc>
                <a:spcPts val="4600"/>
              </a:lnSpc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3" name="TextBox 12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9768" y="4814125"/>
            <a:ext cx="7772400" cy="1051560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2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5488" y="5861304"/>
            <a:ext cx="7735824" cy="402336"/>
          </a:xfrm>
        </p:spPr>
        <p:txBody>
          <a:bodyPr vert="horz" lIns="91440" tIns="45720" rIns="91440" bIns="45720" rtlCol="0"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</a:pPr>
            <a:r>
              <a:rPr lang="fi-FI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24/5/2022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284162" y="443754"/>
            <a:ext cx="8574087" cy="4370293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24/5/2022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12" name="TextBox 11"/>
          <p:cNvSpPr txBox="1"/>
          <p:nvPr/>
        </p:nvSpPr>
        <p:spPr>
          <a:xfrm>
            <a:off x="8230889" y="4801575"/>
            <a:ext cx="5870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sz="3600">
                <a:solidFill>
                  <a:schemeClr val="bg1"/>
                </a:solidFill>
                <a:sym typeface="Wingdings"/>
              </a:rPr>
              <a:t></a:t>
            </a:r>
            <a:endParaRPr sz="360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306" y="4814047"/>
            <a:ext cx="7772400" cy="1048871"/>
          </a:xfrm>
          <a:noFill/>
        </p:spPr>
        <p:txBody>
          <a:bodyPr anchor="b" anchorCtr="0">
            <a:normAutofit/>
          </a:bodyPr>
          <a:lstStyle>
            <a:lvl1pPr algn="l">
              <a:defRPr sz="4200" b="0" i="0" cap="none" baseline="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47" y="5862918"/>
            <a:ext cx="7732059" cy="403412"/>
          </a:xfrm>
        </p:spPr>
        <p:txBody>
          <a:bodyPr anchor="t" anchorCtr="0">
            <a:normAutofit/>
          </a:bodyPr>
          <a:lstStyle>
            <a:lvl1pPr marL="0" indent="0">
              <a:spcBef>
                <a:spcPts val="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9" name="Group 8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03412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78188" y="2151063"/>
            <a:ext cx="3931920" cy="3975100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24/5/2022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11" name="Group 10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12" name="Rectangle 11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03412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03412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79495" y="1735138"/>
            <a:ext cx="3931920" cy="833250"/>
          </a:xfrm>
        </p:spPr>
        <p:txBody>
          <a:bodyPr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600"/>
              </a:spcBef>
              <a:buNone/>
              <a:defRPr sz="26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79495" y="2590800"/>
            <a:ext cx="3931920" cy="3535362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24/5/2022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7" name="Group 6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8" name="Rectangle 7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Rectangle 8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24/5/2022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24/5/2022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grpSp>
        <p:nvGrpSpPr>
          <p:cNvPr id="5" name="Group 4"/>
          <p:cNvGrpSpPr/>
          <p:nvPr/>
        </p:nvGrpSpPr>
        <p:grpSpPr>
          <a:xfrm>
            <a:off x="284164" y="452718"/>
            <a:ext cx="7365210" cy="137411"/>
            <a:chOff x="284163" y="1577847"/>
            <a:chExt cx="8576373" cy="137411"/>
          </a:xfrm>
        </p:grpSpPr>
        <p:sp>
          <p:nvSpPr>
            <p:cNvPr id="6" name="Rectangle 5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Rectangle 6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Rectangle 7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2050" name="Picture 2" descr="Image result for AIUB logo">
            <a:extLst>
              <a:ext uri="{FF2B5EF4-FFF2-40B4-BE49-F238E27FC236}">
                <a16:creationId xmlns:a16="http://schemas.microsoft.com/office/drawing/2014/main" id="{C28CB252-6044-4564-B6A7-264FC3396E0A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49374" y="55844"/>
            <a:ext cx="1279161" cy="1287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941" y="1298762"/>
            <a:ext cx="4069080" cy="1162050"/>
          </a:xfrm>
          <a:noFill/>
        </p:spPr>
        <p:txBody>
          <a:bodyPr anchor="b">
            <a:noAutofit/>
          </a:bodyPr>
          <a:lstStyle>
            <a:lvl1pPr algn="ctr">
              <a:defRPr sz="3200" b="1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3567" y="914400"/>
            <a:ext cx="4069080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941" y="2456329"/>
            <a:ext cx="4069080" cy="3182472"/>
          </a:xfrm>
        </p:spPr>
        <p:txBody>
          <a:bodyPr>
            <a:normAutofit/>
          </a:bodyPr>
          <a:lstStyle>
            <a:lvl1pPr marL="0" indent="0" algn="ctr">
              <a:spcBef>
                <a:spcPts val="600"/>
              </a:spcBef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24/5/2022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284163" y="452718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284163" y="4801575"/>
            <a:ext cx="857408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800600"/>
            <a:ext cx="8360242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199"/>
            <a:ext cx="8577072" cy="435254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67338"/>
            <a:ext cx="8304213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24/5/2022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, Alt.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8"/>
          <p:cNvGrpSpPr/>
          <p:nvPr/>
        </p:nvGrpSpPr>
        <p:grpSpPr>
          <a:xfrm>
            <a:off x="284163" y="4280647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3071" y="4778189"/>
            <a:ext cx="8360242" cy="566738"/>
          </a:xfrm>
          <a:noFill/>
        </p:spPr>
        <p:txBody>
          <a:bodyPr anchor="b">
            <a:normAutofit/>
          </a:bodyPr>
          <a:lstStyle>
            <a:lvl1pPr algn="l">
              <a:defRPr sz="2800" b="0">
                <a:solidFill>
                  <a:schemeClr val="accent2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4163" y="457200"/>
            <a:ext cx="8577072" cy="3822192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099" y="5344927"/>
            <a:ext cx="8304213" cy="804862"/>
          </a:xfrm>
          <a:noFill/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24/5/2022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, Picture,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600" y="914400"/>
            <a:ext cx="5195047" cy="5211763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24/5/2022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84163" y="4267200"/>
            <a:ext cx="2743200" cy="2120153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9101" y="4953001"/>
            <a:ext cx="2472017" cy="1246094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0764" y="4419600"/>
            <a:ext cx="2475395" cy="510988"/>
          </a:xfrm>
          <a:noFill/>
        </p:spPr>
        <p:txBody>
          <a:bodyPr anchor="b">
            <a:normAutofit/>
          </a:bodyPr>
          <a:lstStyle>
            <a:lvl1pPr algn="l">
              <a:defRPr sz="2000" b="1">
                <a:solidFill>
                  <a:schemeClr val="bg1"/>
                </a:solidFill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284164" y="594360"/>
            <a:ext cx="2743200" cy="3675888"/>
          </a:xfrm>
        </p:spPr>
        <p:txBody>
          <a:bodyPr/>
          <a:lstStyle>
            <a:lvl1pPr>
              <a:buNone/>
              <a:defRPr/>
            </a:lvl1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grpSp>
        <p:nvGrpSpPr>
          <p:cNvPr id="8" name="Group 14"/>
          <p:cNvGrpSpPr/>
          <p:nvPr/>
        </p:nvGrpSpPr>
        <p:grpSpPr>
          <a:xfrm>
            <a:off x="284163" y="461682"/>
            <a:ext cx="8576373" cy="137411"/>
            <a:chOff x="284163" y="1759424"/>
            <a:chExt cx="8576373" cy="137411"/>
          </a:xfrm>
        </p:grpSpPr>
        <p:sp>
          <p:nvSpPr>
            <p:cNvPr id="16" name="Rectangle 15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3 Pictures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021013" y="4801575"/>
            <a:ext cx="5837237" cy="1468437"/>
          </a:xfrm>
          <a:prstGeom prst="rect">
            <a:avLst/>
          </a:prstGeom>
          <a:solidFill>
            <a:schemeClr val="tx1">
              <a:lumMod val="85000"/>
              <a:lumOff val="15000"/>
              <a:alpha val="85000"/>
            </a:schemeClr>
          </a:solidFill>
        </p:spPr>
        <p:txBody>
          <a:bodyPr vert="horz" lIns="91440" tIns="45720" rIns="182880" bIns="365760" rtlCol="0" anchor="b" anchorCtr="0">
            <a:normAutofit/>
          </a:bodyPr>
          <a:lstStyle/>
          <a:p>
            <a:pPr algn="l" defTabSz="914400" rtl="0" eaLnBrk="1" latinLnBrk="0" hangingPunct="1">
              <a:spcBef>
                <a:spcPct val="0"/>
              </a:spcBef>
              <a:buNone/>
            </a:pPr>
            <a:endParaRPr sz="4200" kern="120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284163" y="6263389"/>
            <a:ext cx="8576373" cy="137411"/>
            <a:chOff x="284163" y="1759424"/>
            <a:chExt cx="8576373" cy="137411"/>
          </a:xfrm>
        </p:grpSpPr>
        <p:sp>
          <p:nvSpPr>
            <p:cNvPr id="10" name="Rectangle 9"/>
            <p:cNvSpPr/>
            <p:nvPr/>
          </p:nvSpPr>
          <p:spPr>
            <a:xfrm>
              <a:off x="284163" y="1759424"/>
              <a:ext cx="2743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026392" y="1759424"/>
              <a:ext cx="1600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626864" y="1759424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31661" y="4800600"/>
            <a:ext cx="5691651" cy="566738"/>
          </a:xfrm>
          <a:noFill/>
        </p:spPr>
        <p:txBody>
          <a:bodyPr vert="horz" lIns="91440" tIns="45720" rIns="91440" bIns="45720" rtlCol="0" anchor="b" anchorCtr="0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2800" b="0" i="0" kern="1200" cap="none" baseline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021014" y="457199"/>
            <a:ext cx="5833872" cy="4352544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69805" y="5367338"/>
            <a:ext cx="5653507" cy="804862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i-FI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24/5/2022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Picture Placeholder 2"/>
          <p:cNvSpPr>
            <a:spLocks noGrp="1"/>
          </p:cNvSpPr>
          <p:nvPr>
            <p:ph type="pic" idx="13"/>
          </p:nvPr>
        </p:nvSpPr>
        <p:spPr>
          <a:xfrm>
            <a:off x="284164" y="457200"/>
            <a:ext cx="2736850" cy="2907792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  <p:sp>
        <p:nvSpPr>
          <p:cNvPr id="14" name="Picture Placeholder 2"/>
          <p:cNvSpPr>
            <a:spLocks noGrp="1"/>
          </p:cNvSpPr>
          <p:nvPr>
            <p:ph type="pic" idx="14"/>
          </p:nvPr>
        </p:nvSpPr>
        <p:spPr>
          <a:xfrm>
            <a:off x="284164" y="3364992"/>
            <a:ext cx="2736850" cy="289864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i-FI"/>
              <a:t>Drag picture to placeholder or click icon to add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84163" y="455773"/>
            <a:ext cx="8574087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" name="Group 7"/>
          <p:cNvGrpSpPr/>
          <p:nvPr/>
        </p:nvGrpSpPr>
        <p:grpSpPr>
          <a:xfrm>
            <a:off x="284163" y="1577847"/>
            <a:ext cx="8576373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2133600"/>
            <a:ext cx="8574087" cy="4013200"/>
          </a:xfrm>
        </p:spPr>
        <p:txBody>
          <a:bodyPr vert="eaVert"/>
          <a:lstStyle>
            <a:lvl5pPr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24/5/2022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 rot="5400000">
            <a:off x="5313882" y="2857535"/>
            <a:ext cx="5934615" cy="1133949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695124" y="473075"/>
            <a:ext cx="969264" cy="5921375"/>
          </a:xfrm>
        </p:spPr>
        <p:txBody>
          <a:bodyPr vert="eaVert"/>
          <a:lstStyle>
            <a:lvl1pPr algn="l">
              <a:defRPr sz="3400"/>
            </a:lvl1pPr>
          </a:lstStyle>
          <a:p>
            <a:r>
              <a:rPr lang="fi-FI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163" y="457200"/>
            <a:ext cx="6497637" cy="5937250"/>
          </a:xfrm>
        </p:spPr>
        <p:txBody>
          <a:bodyPr vert="eaVert"/>
          <a:lstStyle>
            <a:lvl5pPr algn="l">
              <a:defRPr/>
            </a:lvl5pPr>
          </a:lstStyle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1665B-C24A-4702-B522-6A4334602E03}" type="datetimeFigureOut">
              <a:rPr lang="en-US" smtClean="0"/>
              <a:t>24/5/2022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 rot="5400000">
            <a:off x="4658724" y="3355723"/>
            <a:ext cx="5934456" cy="137411"/>
            <a:chOff x="284163" y="1577847"/>
            <a:chExt cx="8576373" cy="137411"/>
          </a:xfrm>
        </p:grpSpPr>
        <p:sp>
          <p:nvSpPr>
            <p:cNvPr id="9" name="Rectangle 8"/>
            <p:cNvSpPr/>
            <p:nvPr/>
          </p:nvSpPr>
          <p:spPr>
            <a:xfrm>
              <a:off x="284163" y="1577847"/>
              <a:ext cx="1600200" cy="13741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885174" y="1577847"/>
              <a:ext cx="2743200" cy="13741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626864" y="1577847"/>
              <a:ext cx="4233672" cy="13741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1503" y="2133600"/>
            <a:ext cx="7076747" cy="3992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i-FI"/>
              <a:t>Click to edit Master text styles</a:t>
            </a:r>
          </a:p>
          <a:p>
            <a:pPr lvl="1"/>
            <a:r>
              <a:rPr lang="fi-FI"/>
              <a:t>Second level</a:t>
            </a:r>
          </a:p>
          <a:p>
            <a:pPr lvl="2"/>
            <a:r>
              <a:rPr lang="fi-FI"/>
              <a:t>Third level</a:t>
            </a:r>
          </a:p>
          <a:p>
            <a:pPr lvl="3"/>
            <a:r>
              <a:rPr lang="fi-FI"/>
              <a:t>Fourth level</a:t>
            </a:r>
          </a:p>
          <a:p>
            <a:pPr lvl="4"/>
            <a:r>
              <a:rPr lang="fi-FI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794936" y="643703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fld id="{4251665B-C24A-4702-B522-6A4334602E03}" type="datetimeFigureOut">
              <a:rPr lang="en-US" smtClean="0"/>
              <a:t>24/5/2022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9698" y="6437032"/>
            <a:ext cx="61249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chemeClr val="bg1">
                    <a:lumMod val="6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06459" y="167347"/>
            <a:ext cx="630621" cy="359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 b="1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5FD889E0-CAB2-4699-909D-B9A88D47ACBE}" type="slidenum">
              <a:rPr lang="en-US" smtClean="0"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4163" y="630382"/>
            <a:ext cx="8574087" cy="967840"/>
          </a:xfrm>
          <a:prstGeom prst="rect">
            <a:avLst/>
          </a:prstGeom>
          <a:solidFill>
            <a:schemeClr val="tx1">
              <a:lumMod val="85000"/>
              <a:lumOff val="15000"/>
              <a:alpha val="70000"/>
            </a:schemeClr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i-FI"/>
              <a:t>Click to edit Master title style</a:t>
            </a: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r" defTabSz="914400" rtl="0" eaLnBrk="1" latinLnBrk="0" hangingPunct="1">
        <a:spcBef>
          <a:spcPct val="0"/>
        </a:spcBef>
        <a:buNone/>
        <a:defRPr sz="42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454025" indent="-454025" algn="l" defTabSz="914400" rtl="0" eaLnBrk="1" latinLnBrk="0" hangingPunct="1">
        <a:spcBef>
          <a:spcPts val="20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914400" indent="-457200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2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260475" indent="-346075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339725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939925" indent="-3317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29076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2625725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970213" indent="-344488" algn="l" defTabSz="914400" rtl="0" eaLnBrk="1" latinLnBrk="0" hangingPunct="1">
        <a:spcBef>
          <a:spcPts val="600"/>
        </a:spcBef>
        <a:buClr>
          <a:schemeClr val="tx1">
            <a:lumMod val="75000"/>
            <a:lumOff val="25000"/>
          </a:schemeClr>
        </a:buClr>
        <a:buSzPct val="90000"/>
        <a:buFont typeface="Wingdings" pitchFamily="2" charset="2"/>
        <a:buChar char=""/>
        <a:defRPr lang="en-US" sz="1800" kern="1200" dirty="0" smtClean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3313113" indent="-344488" algn="l" defTabSz="914400" rtl="0" eaLnBrk="1" latinLnBrk="0" hangingPunct="1">
        <a:spcBef>
          <a:spcPts val="600"/>
        </a:spcBef>
        <a:buClr>
          <a:schemeClr val="bg1">
            <a:lumMod val="65000"/>
          </a:schemeClr>
        </a:buClr>
        <a:buSzPct val="90000"/>
        <a:buFont typeface="Wingdings" pitchFamily="2" charset="2"/>
        <a:buChar char=""/>
        <a:defRPr lang="en-US" sz="1800" kern="1200" dirty="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w3schools.com/jsref/dom_obj_event.asp" TargetMode="Externa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pringboard.com/blog/history-of-javascript/" TargetMode="External"/><Relationship Id="rId2" Type="http://schemas.openxmlformats.org/officeDocument/2006/relationships/hyperlink" Target="https://www.w3schools.com/js/" TargetMode="External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/>
              <a:t>JavaScript Events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6205" y="1532427"/>
            <a:ext cx="2789509" cy="484632"/>
          </a:xfrm>
        </p:spPr>
        <p:txBody>
          <a:bodyPr/>
          <a:lstStyle/>
          <a:p>
            <a:r>
              <a:rPr lang="en-US" dirty="0"/>
              <a:t>Course Code: </a:t>
            </a:r>
            <a:r>
              <a:rPr lang="en-US"/>
              <a:t>CSC 3215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76971" y="2446757"/>
            <a:ext cx="90246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Dept. of Computer Science</a:t>
            </a:r>
          </a:p>
          <a:p>
            <a:pPr algn="ctr"/>
            <a:r>
              <a:rPr lang="en-US" sz="20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Faculty of Science and Technology</a:t>
            </a:r>
            <a:endParaRPr lang="en-US" sz="24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9FF08AD-7519-4C4A-8E0D-640DF5BB5E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0338734"/>
              </p:ext>
            </p:extLst>
          </p:nvPr>
        </p:nvGraphicFramePr>
        <p:xfrm>
          <a:off x="476205" y="5186042"/>
          <a:ext cx="8335798" cy="757472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483224">
                  <a:extLst>
                    <a:ext uri="{9D8B030D-6E8A-4147-A177-3AD203B41FA5}">
                      <a16:colId xmlns:a16="http://schemas.microsoft.com/office/drawing/2014/main" val="3905988420"/>
                    </a:ext>
                  </a:extLst>
                </a:gridCol>
                <a:gridCol w="1397725">
                  <a:extLst>
                    <a:ext uri="{9D8B030D-6E8A-4147-A177-3AD203B41FA5}">
                      <a16:colId xmlns:a16="http://schemas.microsoft.com/office/drawing/2014/main" val="2889894460"/>
                    </a:ext>
                  </a:extLst>
                </a:gridCol>
                <a:gridCol w="1227909">
                  <a:extLst>
                    <a:ext uri="{9D8B030D-6E8A-4147-A177-3AD203B41FA5}">
                      <a16:colId xmlns:a16="http://schemas.microsoft.com/office/drawing/2014/main" val="3023211198"/>
                    </a:ext>
                  </a:extLst>
                </a:gridCol>
                <a:gridCol w="1541417">
                  <a:extLst>
                    <a:ext uri="{9D8B030D-6E8A-4147-A177-3AD203B41FA5}">
                      <a16:colId xmlns:a16="http://schemas.microsoft.com/office/drawing/2014/main" val="1762131981"/>
                    </a:ext>
                  </a:extLst>
                </a:gridCol>
                <a:gridCol w="1240971">
                  <a:extLst>
                    <a:ext uri="{9D8B030D-6E8A-4147-A177-3AD203B41FA5}">
                      <a16:colId xmlns:a16="http://schemas.microsoft.com/office/drawing/2014/main" val="445458238"/>
                    </a:ext>
                  </a:extLst>
                </a:gridCol>
                <a:gridCol w="1444552">
                  <a:extLst>
                    <a:ext uri="{9D8B030D-6E8A-4147-A177-3AD203B41FA5}">
                      <a16:colId xmlns:a16="http://schemas.microsoft.com/office/drawing/2014/main" val="1508364941"/>
                    </a:ext>
                  </a:extLst>
                </a:gridCol>
              </a:tblGrid>
              <a:tr h="378736">
                <a:tc>
                  <a:txBody>
                    <a:bodyPr/>
                    <a:lstStyle/>
                    <a:p>
                      <a:r>
                        <a:rPr lang="en-US"/>
                        <a:t>Lecture </a:t>
                      </a:r>
                      <a:r>
                        <a:rPr lang="en-US" dirty="0"/>
                        <a:t>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Week No: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Semester: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Summer 19-20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7040212"/>
                  </a:ext>
                </a:extLst>
              </a:tr>
              <a:tr h="3787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8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Lecturer:</a:t>
                      </a:r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r>
                        <a:rPr lang="en-US" i="1" dirty="0"/>
                        <a:t>Tanvir Ahmed ; tanvir.ahmed@aiub.edu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FI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1734565"/>
                  </a:ext>
                </a:extLst>
              </a:tr>
            </a:tbl>
          </a:graphicData>
        </a:graphic>
      </p:graphicFrame>
      <p:sp>
        <p:nvSpPr>
          <p:cNvPr id="8" name="Subtitle 2">
            <a:extLst>
              <a:ext uri="{FF2B5EF4-FFF2-40B4-BE49-F238E27FC236}">
                <a16:creationId xmlns:a16="http://schemas.microsoft.com/office/drawing/2014/main" id="{FF0F860A-68ED-3A45-9B2E-50E8CE1BC6B7}"/>
              </a:ext>
            </a:extLst>
          </p:cNvPr>
          <p:cNvSpPr txBox="1">
            <a:spLocks/>
          </p:cNvSpPr>
          <p:nvPr/>
        </p:nvSpPr>
        <p:spPr>
          <a:xfrm>
            <a:off x="3320578" y="1538380"/>
            <a:ext cx="4164439" cy="4846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2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None/>
              <a:defRPr lang="en-US"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Course Title: Web Technologies</a:t>
            </a:r>
          </a:p>
        </p:txBody>
      </p:sp>
    </p:spTree>
    <p:extLst>
      <p:ext uri="{BB962C8B-B14F-4D97-AF65-F5344CB8AC3E}">
        <p14:creationId xmlns:p14="http://schemas.microsoft.com/office/powerpoint/2010/main" val="7007073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Lecture Outline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6697" y="2363927"/>
            <a:ext cx="7754112" cy="3459824"/>
          </a:xfrm>
        </p:spPr>
        <p:txBody>
          <a:bodyPr>
            <a:normAutofit/>
          </a:bodyPr>
          <a:lstStyle/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JS Events</a:t>
            </a:r>
          </a:p>
          <a:p>
            <a:pPr marL="342900" indent="-342900"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JS Functions</a:t>
            </a:r>
          </a:p>
          <a:p>
            <a:endParaRPr lang="en-US" sz="2400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en-US" sz="2400" dirty="0">
              <a:solidFill>
                <a:schemeClr val="tx1"/>
              </a:solidFill>
            </a:endParaRPr>
          </a:p>
          <a:p>
            <a:endParaRPr lang="en-US" sz="2400" u="sng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en-US" dirty="0">
              <a:solidFill>
                <a:schemeClr val="tx1"/>
              </a:solidFill>
            </a:endParaRPr>
          </a:p>
          <a:p>
            <a:pPr marL="342900" indent="-342900">
              <a:buAutoNum type="arabicPeriod"/>
            </a:pP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874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555541"/>
            <a:ext cx="7808976" cy="1088136"/>
          </a:xfrm>
        </p:spPr>
        <p:txBody>
          <a:bodyPr>
            <a:normAutofit/>
          </a:bodyPr>
          <a:lstStyle/>
          <a:p>
            <a:r>
              <a:rPr lang="en-US" dirty="0"/>
              <a:t>JS Events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FI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9773674-4EC2-4E22-A693-9E45447A7F2C}"/>
              </a:ext>
            </a:extLst>
          </p:cNvPr>
          <p:cNvSpPr txBox="1"/>
          <p:nvPr/>
        </p:nvSpPr>
        <p:spPr>
          <a:xfrm>
            <a:off x="465148" y="2037375"/>
            <a:ext cx="8213703" cy="4493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cs typeface="Times New Roman" panose="02020603050405020304" pitchFamily="18" charset="0"/>
              </a:rPr>
              <a:t>HTML events are things those happen to HTML elements.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Here are some examples of HTML events: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An HTML web page has finished loading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An HTML input field was changed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An HTML button was clicked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HTML allows event handler attributes, </a:t>
            </a:r>
            <a:r>
              <a:rPr lang="en-US" b="1" dirty="0"/>
              <a:t>with JavaScript code</a:t>
            </a:r>
            <a:r>
              <a:rPr lang="en-US" dirty="0"/>
              <a:t>, to be added to HTML elements.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</a:t>
            </a:r>
            <a:r>
              <a:rPr lang="en-US" sz="1400" i="1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element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 </a:t>
            </a:r>
            <a:r>
              <a:rPr lang="en-US" sz="1400" i="1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event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=</a:t>
            </a:r>
            <a:r>
              <a:rPr lang="en-US" sz="1400" b="1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1400" b="1" i="1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some JavaScript</a:t>
            </a:r>
            <a:r>
              <a:rPr lang="en-US" sz="1400" b="1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'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&gt; </a:t>
            </a:r>
            <a:r>
              <a:rPr lang="en-US" dirty="0"/>
              <a:t>or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</a:t>
            </a:r>
            <a:r>
              <a:rPr lang="en-US" sz="1400" i="1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element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 </a:t>
            </a:r>
            <a:r>
              <a:rPr lang="en-US" sz="1400" i="1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event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=</a:t>
            </a:r>
            <a:r>
              <a:rPr lang="en-US" sz="1400" b="1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"</a:t>
            </a:r>
            <a:r>
              <a:rPr lang="en-US" sz="1400" b="1" i="1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some JavaScript</a:t>
            </a:r>
            <a:r>
              <a:rPr lang="en-US" sz="1400" b="1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"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&gt;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bg2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&lt;p id="demo"&gt;&lt;/p&gt;</a:t>
            </a:r>
          </a:p>
          <a:p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&lt;button </a:t>
            </a:r>
            <a:r>
              <a:rPr lang="en-US" sz="1400" b="1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onclick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="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document.getElementById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('demo').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innerHTML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= 'Clicked'; "&gt;</a:t>
            </a:r>
          </a:p>
          <a:p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Click Me</a:t>
            </a:r>
          </a:p>
          <a:p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&lt;/button&gt;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 the above code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onclick</a:t>
            </a:r>
            <a:r>
              <a:rPr lang="en-US" dirty="0"/>
              <a:t> attribute handler event. The value of 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onclick</a:t>
            </a:r>
            <a:r>
              <a:rPr lang="en-US" dirty="0"/>
              <a:t> is JavaScript code which will execute on button click.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Writing JS codes as attributes is difficult we will call </a:t>
            </a:r>
            <a:r>
              <a:rPr lang="en-US" b="1" dirty="0"/>
              <a:t>functions</a:t>
            </a:r>
            <a:r>
              <a:rPr lang="en-US" dirty="0"/>
              <a:t> instead.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8750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>
            <a:extLst>
              <a:ext uri="{FF2B5EF4-FFF2-40B4-BE49-F238E27FC236}">
                <a16:creationId xmlns:a16="http://schemas.microsoft.com/office/drawing/2014/main" id="{883314C6-22EF-4FAD-A2C4-4AC502FF8401}"/>
              </a:ext>
            </a:extLst>
          </p:cNvPr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JS Common Events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endParaRPr kumimoji="0" lang="en-US" sz="2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45E8A0A-4E8D-4927-97A1-CB8360397BF9}"/>
              </a:ext>
            </a:extLst>
          </p:cNvPr>
          <p:cNvGraphicFramePr>
            <a:graphicFrameLocks noGrp="1"/>
          </p:cNvGraphicFramePr>
          <p:nvPr/>
        </p:nvGraphicFramePr>
        <p:xfrm>
          <a:off x="460375" y="1326243"/>
          <a:ext cx="5985581" cy="3142008"/>
        </p:xfrm>
        <a:graphic>
          <a:graphicData uri="http://schemas.openxmlformats.org/drawingml/2006/table">
            <a:tbl>
              <a:tblPr/>
              <a:tblGrid>
                <a:gridCol w="1319686">
                  <a:extLst>
                    <a:ext uri="{9D8B030D-6E8A-4147-A177-3AD203B41FA5}">
                      <a16:colId xmlns:a16="http://schemas.microsoft.com/office/drawing/2014/main" val="3786126234"/>
                    </a:ext>
                  </a:extLst>
                </a:gridCol>
                <a:gridCol w="4665895">
                  <a:extLst>
                    <a:ext uri="{9D8B030D-6E8A-4147-A177-3AD203B41FA5}">
                      <a16:colId xmlns:a16="http://schemas.microsoft.com/office/drawing/2014/main" val="3105642420"/>
                    </a:ext>
                  </a:extLst>
                </a:gridCol>
              </a:tblGrid>
              <a:tr h="33837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Event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Description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5250940"/>
                  </a:ext>
                </a:extLst>
              </a:tr>
              <a:tr h="33837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onchange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An HTML element has been changed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1535791"/>
                  </a:ext>
                </a:extLst>
              </a:tr>
              <a:tr h="33837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onclick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The user clicks an HTML element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5330792"/>
                  </a:ext>
                </a:extLst>
              </a:tr>
              <a:tr h="555894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onmouseover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dirty="0">
                          <a:effectLst/>
                        </a:rPr>
                        <a:t>The user moves the mouse over an HTML element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1894103"/>
                  </a:ext>
                </a:extLst>
              </a:tr>
              <a:tr h="555894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onmouseout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The user moves the mouse away from an HTML element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8359839"/>
                  </a:ext>
                </a:extLst>
              </a:tr>
              <a:tr h="33837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onkeydown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The user pushes a keyboard key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1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9634925"/>
                  </a:ext>
                </a:extLst>
              </a:tr>
              <a:tr h="33837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</a:rPr>
                        <a:t>onload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dirty="0">
                          <a:effectLst/>
                        </a:rPr>
                        <a:t>The browser has finished loading the page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9920111"/>
                  </a:ext>
                </a:extLst>
              </a:tr>
              <a:tr h="33837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dirty="0">
                          <a:effectLst/>
                        </a:rPr>
                        <a:t>onkeyup</a:t>
                      </a:r>
                    </a:p>
                  </a:txBody>
                  <a:tcPr marL="120847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dirty="0">
                          <a:effectLst/>
                        </a:rPr>
                        <a:t>When user releases a keyboard key</a:t>
                      </a:r>
                    </a:p>
                  </a:txBody>
                  <a:tcPr marL="60423" marR="60423" marT="60423" marB="60423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5150576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3D8A9843-43FA-4B44-A9B4-5E274CED3EB0}"/>
              </a:ext>
            </a:extLst>
          </p:cNvPr>
          <p:cNvSpPr txBox="1"/>
          <p:nvPr/>
        </p:nvSpPr>
        <p:spPr>
          <a:xfrm>
            <a:off x="460375" y="4854222"/>
            <a:ext cx="70806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Must Read: </a:t>
            </a:r>
            <a:r>
              <a:rPr lang="en-US" dirty="0">
                <a:hlinkClick r:id="rId2"/>
              </a:rPr>
              <a:t>https://www.w3schools.com/jsref/dom_obj_event.asp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93774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1341" y="555541"/>
            <a:ext cx="7808976" cy="1088136"/>
          </a:xfrm>
        </p:spPr>
        <p:txBody>
          <a:bodyPr>
            <a:normAutofit/>
          </a:bodyPr>
          <a:lstStyle/>
          <a:p>
            <a:r>
              <a:rPr lang="en-US" dirty="0"/>
              <a:t>JS Functions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322CB79-31E6-2043-9768-6699756B1FD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FI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9773674-4EC2-4E22-A693-9E45447A7F2C}"/>
              </a:ext>
            </a:extLst>
          </p:cNvPr>
          <p:cNvSpPr txBox="1"/>
          <p:nvPr/>
        </p:nvSpPr>
        <p:spPr>
          <a:xfrm>
            <a:off x="465148" y="2138976"/>
            <a:ext cx="8213703" cy="38472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A JavaScript function is a block of code designed to perform a particular task.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Times New Roman" panose="02020603050405020304" pitchFamily="18" charset="0"/>
              </a:rPr>
              <a:t>Functions are called when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Times New Roman" panose="02020603050405020304" pitchFamily="18" charset="0"/>
              </a:rPr>
              <a:t>somethin</a:t>
            </a:r>
            <a:r>
              <a:rPr lang="en-US" dirty="0">
                <a:solidFill>
                  <a:prstClr val="black"/>
                </a:solidFill>
                <a:latin typeface="Calibri"/>
                <a:cs typeface="Times New Roman" panose="02020603050405020304" pitchFamily="18" charset="0"/>
              </a:rPr>
              <a:t>g invoke them.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cs typeface="Times New Roman" panose="02020603050405020304" pitchFamily="18" charset="0"/>
              </a:rPr>
              <a:t>A JavaScript function is defined with the function keyword, followed by a name, followed by parentheses ().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cs typeface="Times New Roman" panose="02020603050405020304" pitchFamily="18" charset="0"/>
              </a:rPr>
              <a:t>Function names can contain letters, digits, underscores, and dollar signs (same rules as variables).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The parentheses may include parameter names separated by commas:</a:t>
            </a:r>
            <a:br>
              <a:rPr lang="en-US" dirty="0"/>
            </a:br>
            <a:r>
              <a:rPr lang="en-US" b="1" dirty="0"/>
              <a:t>(</a:t>
            </a:r>
            <a:r>
              <a:rPr lang="en-US" b="1" i="1" dirty="0"/>
              <a:t>parameter1, parameter2, ...</a:t>
            </a:r>
            <a:r>
              <a:rPr lang="en-US" b="1" dirty="0"/>
              <a:t>)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/>
              <a:t>Inside the function, the arguments (the parameters) behave as local variables.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US" dirty="0">
              <a:solidFill>
                <a:prstClr val="black"/>
              </a:solidFill>
              <a:cs typeface="Times New Roman" panose="02020603050405020304" pitchFamily="18" charset="0"/>
            </a:endParaRPr>
          </a:p>
          <a:p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US" dirty="0">
              <a:solidFill>
                <a:prstClr val="black"/>
              </a:solidFill>
              <a:latin typeface="Calibri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chemeClr val="bg2">
                  <a:lumMod val="50000"/>
                </a:schemeClr>
              </a:solidFill>
              <a:latin typeface="Consolas" panose="020B0609020204030204" pitchFamily="49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47858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>
            <a:extLst>
              <a:ext uri="{FF2B5EF4-FFF2-40B4-BE49-F238E27FC236}">
                <a16:creationId xmlns:a16="http://schemas.microsoft.com/office/drawing/2014/main" id="{883314C6-22EF-4FAD-A2C4-4AC502FF8401}"/>
              </a:ext>
            </a:extLst>
          </p:cNvPr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JS Functions Invocations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endParaRPr kumimoji="0" lang="en-US" sz="2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71BB221-494B-4D92-AE38-05EB2120F9D9}"/>
              </a:ext>
            </a:extLst>
          </p:cNvPr>
          <p:cNvSpPr txBox="1"/>
          <p:nvPr/>
        </p:nvSpPr>
        <p:spPr>
          <a:xfrm>
            <a:off x="587022" y="1219198"/>
            <a:ext cx="8105422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When an event occurs (when a user clicks a button)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When it is invoked (called) from JavaScript code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Automatically (self invoked)</a:t>
            </a:r>
            <a:endParaRPr lang="en-US" dirty="0">
              <a:solidFill>
                <a:prstClr val="black"/>
              </a:solidFill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cs typeface="Times New Roman" panose="02020603050405020304" pitchFamily="18" charset="0"/>
              </a:rPr>
              <a:t>Writing JS codes in  html element like </a:t>
            </a:r>
          </a:p>
          <a:p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&lt;button </a:t>
            </a:r>
            <a:r>
              <a:rPr lang="en-US" sz="1400" b="1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onclick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="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document.getElementById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('demo').</a:t>
            </a:r>
            <a:r>
              <a:rPr lang="en-US" sz="1400" dirty="0" err="1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innerHTML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= 'Clicked'; "&gt;</a:t>
            </a:r>
          </a:p>
          <a:p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Click Me</a:t>
            </a:r>
          </a:p>
          <a:p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&lt;/button&gt;</a:t>
            </a:r>
          </a:p>
          <a:p>
            <a:r>
              <a:rPr lang="en-US" dirty="0">
                <a:solidFill>
                  <a:prstClr val="black"/>
                </a:solidFill>
                <a:cs typeface="Times New Roman" panose="02020603050405020304" pitchFamily="18" charset="0"/>
              </a:rPr>
              <a:t>       is difficult. That’s why its better to write functions and call them in event.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prstClr val="black"/>
                </a:solidFill>
                <a:cs typeface="Times New Roman" panose="02020603050405020304" pitchFamily="18" charset="0"/>
              </a:rPr>
              <a:t>Analyze the below code.</a:t>
            </a:r>
          </a:p>
          <a:p>
            <a:endParaRPr lang="en-US" dirty="0">
              <a:solidFill>
                <a:prstClr val="black"/>
              </a:solidFill>
              <a:cs typeface="Times New Roman" panose="02020603050405020304" pitchFamily="18" charset="0"/>
            </a:endParaRPr>
          </a:p>
          <a:p>
            <a:pPr lvl="0"/>
            <a:endParaRPr lang="en-US" dirty="0">
              <a:solidFill>
                <a:prstClr val="black"/>
              </a:solidFill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902CCBB-7DA9-4E0E-899D-064D656B5365}"/>
              </a:ext>
            </a:extLst>
          </p:cNvPr>
          <p:cNvSpPr txBox="1"/>
          <p:nvPr/>
        </p:nvSpPr>
        <p:spPr>
          <a:xfrm>
            <a:off x="451556" y="3581529"/>
            <a:ext cx="8240888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&lt;html&gt;</a:t>
            </a:r>
          </a:p>
          <a:p>
            <a:pPr lvl="2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&lt;head&gt;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  &lt;script&gt;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	</a:t>
            </a:r>
            <a:r>
              <a:rPr lang="en-US" sz="1400" b="1" i="1" dirty="0">
                <a:solidFill>
                  <a:srgbClr val="7030A0"/>
                </a:solidFill>
                <a:latin typeface="Consolas" panose="020B0609020204030204" pitchFamily="49" charset="0"/>
              </a:rPr>
              <a:t>function</a:t>
            </a:r>
            <a:r>
              <a:rPr lang="en-US" sz="1400" b="1" dirty="0">
                <a:solidFill>
                  <a:srgbClr val="7030A0"/>
                </a:solidFill>
                <a:latin typeface="Consolas" panose="020B0609020204030204" pitchFamily="49" charset="0"/>
              </a:rPr>
              <a:t> </a:t>
            </a:r>
            <a:r>
              <a:rPr lang="en-US" sz="1400" b="1" dirty="0" err="1">
                <a:solidFill>
                  <a:srgbClr val="7030A0"/>
                </a:solidFill>
                <a:latin typeface="Consolas" panose="020B0609020204030204" pitchFamily="49" charset="0"/>
              </a:rPr>
              <a:t>demoFunction</a:t>
            </a:r>
            <a:r>
              <a:rPr lang="en-US" sz="1400" b="1" dirty="0">
                <a:solidFill>
                  <a:srgbClr val="7030A0"/>
                </a:solidFill>
                <a:latin typeface="Consolas" panose="020B0609020204030204" pitchFamily="49" charset="0"/>
              </a:rPr>
              <a:t>(){</a:t>
            </a:r>
          </a:p>
          <a:p>
            <a:pPr lvl="2"/>
            <a:r>
              <a:rPr lang="en-US" sz="1400" b="1" dirty="0">
                <a:solidFill>
                  <a:srgbClr val="7030A0"/>
                </a:solidFill>
                <a:latin typeface="Consolas" panose="020B0609020204030204" pitchFamily="49" charset="0"/>
              </a:rPr>
              <a:t>               </a:t>
            </a:r>
            <a:r>
              <a:rPr lang="en-US" sz="1400" b="1" dirty="0" err="1">
                <a:solidFill>
                  <a:srgbClr val="7030A0"/>
                </a:solidFill>
                <a:latin typeface="Consolas" panose="020B0609020204030204" pitchFamily="49" charset="0"/>
              </a:rPr>
              <a:t>document.getElementById</a:t>
            </a:r>
            <a:r>
              <a:rPr lang="en-US" sz="1400" b="1" dirty="0">
                <a:solidFill>
                  <a:srgbClr val="7030A0"/>
                </a:solidFill>
                <a:latin typeface="Consolas" panose="020B0609020204030204" pitchFamily="49" charset="0"/>
              </a:rPr>
              <a:t>('demo').</a:t>
            </a:r>
            <a:r>
              <a:rPr lang="en-US" sz="1400" b="1" dirty="0" err="1">
                <a:solidFill>
                  <a:srgbClr val="7030A0"/>
                </a:solidFill>
                <a:latin typeface="Consolas" panose="020B0609020204030204" pitchFamily="49" charset="0"/>
              </a:rPr>
              <a:t>innerHTML</a:t>
            </a:r>
            <a:r>
              <a:rPr lang="en-US" sz="1400" b="1" dirty="0">
                <a:solidFill>
                  <a:srgbClr val="7030A0"/>
                </a:solidFill>
                <a:latin typeface="Consolas" panose="020B0609020204030204" pitchFamily="49" charset="0"/>
              </a:rPr>
              <a:t> = 'Clicked';</a:t>
            </a:r>
          </a:p>
          <a:p>
            <a:pPr lvl="2"/>
            <a:r>
              <a:rPr lang="en-US" sz="1400" b="1" dirty="0">
                <a:solidFill>
                  <a:srgbClr val="7030A0"/>
                </a:solidFill>
                <a:latin typeface="Consolas" panose="020B0609020204030204" pitchFamily="49" charset="0"/>
              </a:rPr>
              <a:t>	}</a:t>
            </a:r>
            <a:br>
              <a:rPr lang="en-US" sz="1400" b="1" dirty="0">
                <a:solidFill>
                  <a:srgbClr val="7030A0"/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  &lt;/script&gt;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&lt;/head&gt;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&lt;body&gt;</a:t>
            </a:r>
          </a:p>
          <a:p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           &lt;p id="demo"&gt;&lt;/p&gt;</a:t>
            </a:r>
          </a:p>
          <a:p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          &lt;button </a:t>
            </a:r>
            <a:r>
              <a:rPr lang="en-US" sz="1400" b="1" dirty="0">
                <a:solidFill>
                  <a:srgbClr val="7030A0"/>
                </a:solidFill>
                <a:latin typeface="Consolas" panose="020B0609020204030204" pitchFamily="49" charset="0"/>
              </a:rPr>
              <a:t>onclick</a:t>
            </a:r>
            <a:r>
              <a:rPr lang="en-US" sz="1400" dirty="0">
                <a:solidFill>
                  <a:srgbClr val="7030A0"/>
                </a:solidFill>
                <a:latin typeface="Consolas" panose="020B0609020204030204" pitchFamily="49" charset="0"/>
              </a:rPr>
              <a:t>="</a:t>
            </a:r>
            <a:r>
              <a:rPr lang="en-US" sz="1400" b="1" dirty="0" err="1">
                <a:solidFill>
                  <a:srgbClr val="7030A0"/>
                </a:solidFill>
                <a:latin typeface="Consolas" panose="020B0609020204030204" pitchFamily="49" charset="0"/>
              </a:rPr>
              <a:t>demoFunction</a:t>
            </a:r>
            <a:r>
              <a:rPr lang="en-US" sz="1400" b="1" dirty="0">
                <a:solidFill>
                  <a:srgbClr val="7030A0"/>
                </a:solidFill>
                <a:latin typeface="Consolas" panose="020B0609020204030204" pitchFamily="49" charset="0"/>
              </a:rPr>
              <a:t>()</a:t>
            </a:r>
            <a:r>
              <a:rPr lang="en-US" sz="1400" dirty="0">
                <a:solidFill>
                  <a:srgbClr val="7030A0"/>
                </a:solidFill>
                <a:latin typeface="Consolas" panose="020B0609020204030204" pitchFamily="49" charset="0"/>
              </a:rPr>
              <a:t>"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&gt; Click Me&lt;/button&gt;</a:t>
            </a:r>
          </a:p>
          <a:p>
            <a:pPr lvl="2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&lt;/body&gt;</a:t>
            </a:r>
          </a:p>
          <a:p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  &lt;/html&gt;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380EAAC5-3C91-4CEE-8107-EFD4E384A906}"/>
              </a:ext>
            </a:extLst>
          </p:cNvPr>
          <p:cNvCxnSpPr>
            <a:cxnSpLocks/>
          </p:cNvCxnSpPr>
          <p:nvPr/>
        </p:nvCxnSpPr>
        <p:spPr>
          <a:xfrm flipV="1">
            <a:off x="4163627" y="3835153"/>
            <a:ext cx="2476870" cy="3906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000225A-6B4E-40BB-87A7-90FD31BFD828}"/>
              </a:ext>
            </a:extLst>
          </p:cNvPr>
          <p:cNvCxnSpPr>
            <a:cxnSpLocks/>
          </p:cNvCxnSpPr>
          <p:nvPr/>
        </p:nvCxnSpPr>
        <p:spPr>
          <a:xfrm flipV="1">
            <a:off x="4316027" y="5372469"/>
            <a:ext cx="2476870" cy="3906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79C9F2DA-0E6E-4B2B-BA26-8E890EA00E5D}"/>
              </a:ext>
            </a:extLst>
          </p:cNvPr>
          <p:cNvSpPr txBox="1"/>
          <p:nvPr/>
        </p:nvSpPr>
        <p:spPr>
          <a:xfrm>
            <a:off x="6792896" y="3581529"/>
            <a:ext cx="20350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Function definition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BC296DD-CF31-4581-AC00-00BF2C8D097F}"/>
              </a:ext>
            </a:extLst>
          </p:cNvPr>
          <p:cNvSpPr txBox="1"/>
          <p:nvPr/>
        </p:nvSpPr>
        <p:spPr>
          <a:xfrm>
            <a:off x="6792897" y="5155168"/>
            <a:ext cx="20350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Function Invocation</a:t>
            </a:r>
          </a:p>
        </p:txBody>
      </p:sp>
    </p:spTree>
    <p:extLst>
      <p:ext uri="{BB962C8B-B14F-4D97-AF65-F5344CB8AC3E}">
        <p14:creationId xmlns:p14="http://schemas.microsoft.com/office/powerpoint/2010/main" val="31432690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2">
            <a:extLst>
              <a:ext uri="{FF2B5EF4-FFF2-40B4-BE49-F238E27FC236}">
                <a16:creationId xmlns:a16="http://schemas.microsoft.com/office/drawing/2014/main" id="{883314C6-22EF-4FAD-A2C4-4AC502FF8401}"/>
              </a:ext>
            </a:extLst>
          </p:cNvPr>
          <p:cNvSpPr txBox="1">
            <a:spLocks/>
          </p:cNvSpPr>
          <p:nvPr/>
        </p:nvSpPr>
        <p:spPr>
          <a:xfrm>
            <a:off x="335494" y="731162"/>
            <a:ext cx="6543608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r>
              <a:rPr kumimoji="0" lang="en-US" sz="2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JS Functions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2000"/>
              </a:spcBef>
              <a:spcAft>
                <a:spcPts val="0"/>
              </a:spcAft>
              <a:buClr>
                <a:prstClr val="white">
                  <a:lumMod val="65000"/>
                </a:prstClr>
              </a:buClr>
              <a:buSzPct val="90000"/>
              <a:buFont typeface="Wingdings" pitchFamily="2" charset="2"/>
              <a:buNone/>
              <a:tabLst/>
              <a:defRPr/>
            </a:pPr>
            <a:endParaRPr kumimoji="0" lang="en-US" sz="2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71BB221-494B-4D92-AE38-05EB2120F9D9}"/>
              </a:ext>
            </a:extLst>
          </p:cNvPr>
          <p:cNvSpPr txBox="1"/>
          <p:nvPr/>
        </p:nvSpPr>
        <p:spPr>
          <a:xfrm>
            <a:off x="587022" y="1219198"/>
            <a:ext cx="8105422" cy="69249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Like other language functions JS has to return type.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 return value from a function use return keyword and it will return value.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() Operator Invokes the Function. Without () will return the function object instead of result.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Functions also be used as the same way as variables in all type of formulas, assignments and calculations.</a:t>
            </a:r>
          </a:p>
          <a:p>
            <a:pPr lvl="1"/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&lt;script&gt;</a:t>
            </a:r>
            <a:b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	</a:t>
            </a:r>
            <a:r>
              <a:rPr lang="en-US" sz="1200" b="1" dirty="0">
                <a:solidFill>
                  <a:srgbClr val="7030A0"/>
                </a:solidFill>
                <a:latin typeface="Consolas" panose="020B0609020204030204" pitchFamily="49" charset="0"/>
              </a:rPr>
              <a:t>var x = 10 + </a:t>
            </a:r>
            <a:r>
              <a:rPr lang="en-US" sz="1200" b="1" dirty="0" err="1">
                <a:solidFill>
                  <a:srgbClr val="7030A0"/>
                </a:solidFill>
                <a:latin typeface="Consolas" panose="020B0609020204030204" pitchFamily="49" charset="0"/>
              </a:rPr>
              <a:t>myFunction</a:t>
            </a:r>
            <a:r>
              <a:rPr lang="en-US" sz="1200" b="1" dirty="0">
                <a:solidFill>
                  <a:srgbClr val="7030A0"/>
                </a:solidFill>
                <a:latin typeface="Consolas" panose="020B0609020204030204" pitchFamily="49" charset="0"/>
              </a:rPr>
              <a:t>(4, 3) + 12;//x will hold the expression result 34 </a:t>
            </a:r>
          </a:p>
          <a:p>
            <a:pPr lvl="1"/>
            <a:r>
              <a:rPr lang="en-US" sz="1200" b="1" dirty="0">
                <a:solidFill>
                  <a:srgbClr val="7030A0"/>
                </a:solidFill>
                <a:latin typeface="Consolas" panose="020B0609020204030204" pitchFamily="49" charset="0"/>
              </a:rPr>
              <a:t>      </a:t>
            </a:r>
            <a:r>
              <a:rPr lang="en-US" sz="1200" b="1" i="1" dirty="0">
                <a:solidFill>
                  <a:srgbClr val="7030A0"/>
                </a:solidFill>
                <a:latin typeface="Consolas" panose="020B0609020204030204" pitchFamily="49" charset="0"/>
              </a:rPr>
              <a:t>function</a:t>
            </a:r>
            <a:r>
              <a:rPr lang="en-US" sz="1200" b="1" dirty="0">
                <a:solidFill>
                  <a:srgbClr val="7030A0"/>
                </a:solidFill>
                <a:latin typeface="Consolas" panose="020B0609020204030204" pitchFamily="49" charset="0"/>
              </a:rPr>
              <a:t> </a:t>
            </a:r>
            <a:r>
              <a:rPr lang="en-US" sz="1200" b="1" dirty="0" err="1">
                <a:solidFill>
                  <a:srgbClr val="7030A0"/>
                </a:solidFill>
                <a:latin typeface="Consolas" panose="020B0609020204030204" pitchFamily="49" charset="0"/>
              </a:rPr>
              <a:t>myFunction</a:t>
            </a:r>
            <a:r>
              <a:rPr lang="en-US" sz="1200" b="1" dirty="0">
                <a:solidFill>
                  <a:srgbClr val="7030A0"/>
                </a:solidFill>
                <a:latin typeface="Consolas" panose="020B0609020204030204" pitchFamily="49" charset="0"/>
              </a:rPr>
              <a:t>(a, b) {</a:t>
            </a:r>
          </a:p>
          <a:p>
            <a:pPr lvl="1"/>
            <a:r>
              <a:rPr lang="en-US" sz="1200" b="1" dirty="0">
                <a:solidFill>
                  <a:srgbClr val="7030A0"/>
                </a:solidFill>
                <a:latin typeface="Consolas" panose="020B0609020204030204" pitchFamily="49" charset="0"/>
              </a:rPr>
              <a:t>            return a * b;</a:t>
            </a:r>
          </a:p>
          <a:p>
            <a:pPr lvl="1"/>
            <a:r>
              <a:rPr lang="en-US" sz="1200" b="1" dirty="0">
                <a:solidFill>
                  <a:srgbClr val="7030A0"/>
                </a:solidFill>
                <a:latin typeface="Consolas" panose="020B0609020204030204" pitchFamily="49" charset="0"/>
              </a:rPr>
              <a:t>      }</a:t>
            </a: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  </a:t>
            </a:r>
          </a:p>
          <a:p>
            <a:pPr lvl="1"/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&lt;/script&gt;</a:t>
            </a:r>
            <a:endParaRPr lang="en-US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>
              <a:solidFill>
                <a:prstClr val="black"/>
              </a:solidFill>
              <a:cs typeface="Times New Roman" panose="02020603050405020304" pitchFamily="18" charset="0"/>
            </a:endParaRPr>
          </a:p>
          <a:p>
            <a:pPr lvl="0"/>
            <a:endParaRPr lang="en-US" dirty="0">
              <a:solidFill>
                <a:prstClr val="black"/>
              </a:solidFill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30117ED-7C70-4533-BC80-F89D6D85A9C2}"/>
              </a:ext>
            </a:extLst>
          </p:cNvPr>
          <p:cNvSpPr txBox="1"/>
          <p:nvPr/>
        </p:nvSpPr>
        <p:spPr>
          <a:xfrm>
            <a:off x="158593" y="1787463"/>
            <a:ext cx="824088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&lt;html&gt;</a:t>
            </a:r>
          </a:p>
          <a:p>
            <a:pPr lvl="2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&lt;head&gt;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  &lt;script&gt;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	</a:t>
            </a:r>
            <a:r>
              <a:rPr lang="en-US" sz="1400" b="1" dirty="0">
                <a:solidFill>
                  <a:srgbClr val="7030A0"/>
                </a:solidFill>
                <a:latin typeface="Consolas" panose="020B0609020204030204" pitchFamily="49" charset="0"/>
              </a:rPr>
              <a:t>var x = </a:t>
            </a:r>
            <a:r>
              <a:rPr lang="en-US" sz="1400" b="1" dirty="0" err="1">
                <a:solidFill>
                  <a:srgbClr val="7030A0"/>
                </a:solidFill>
                <a:latin typeface="Consolas" panose="020B0609020204030204" pitchFamily="49" charset="0"/>
              </a:rPr>
              <a:t>myFunction</a:t>
            </a:r>
            <a:r>
              <a:rPr lang="en-US" sz="1400" b="1" dirty="0">
                <a:solidFill>
                  <a:srgbClr val="7030A0"/>
                </a:solidFill>
                <a:latin typeface="Consolas" panose="020B0609020204030204" pitchFamily="49" charset="0"/>
              </a:rPr>
              <a:t>(4, 3);//x will hold the returned value 12 </a:t>
            </a:r>
          </a:p>
          <a:p>
            <a:pPr lvl="2"/>
            <a:r>
              <a:rPr lang="en-US" sz="1400" b="1" dirty="0">
                <a:solidFill>
                  <a:srgbClr val="7030A0"/>
                </a:solidFill>
                <a:latin typeface="Consolas" panose="020B0609020204030204" pitchFamily="49" charset="0"/>
              </a:rPr>
              <a:t>         </a:t>
            </a:r>
            <a:r>
              <a:rPr lang="en-US" sz="1400" b="1" i="1" dirty="0">
                <a:solidFill>
                  <a:srgbClr val="7030A0"/>
                </a:solidFill>
                <a:latin typeface="Consolas" panose="020B0609020204030204" pitchFamily="49" charset="0"/>
              </a:rPr>
              <a:t>function</a:t>
            </a:r>
            <a:r>
              <a:rPr lang="en-US" sz="1400" b="1" dirty="0">
                <a:solidFill>
                  <a:srgbClr val="7030A0"/>
                </a:solidFill>
                <a:latin typeface="Consolas" panose="020B0609020204030204" pitchFamily="49" charset="0"/>
              </a:rPr>
              <a:t> </a:t>
            </a:r>
            <a:r>
              <a:rPr lang="en-US" sz="1400" b="1" dirty="0" err="1">
                <a:solidFill>
                  <a:srgbClr val="7030A0"/>
                </a:solidFill>
                <a:latin typeface="Consolas" panose="020B0609020204030204" pitchFamily="49" charset="0"/>
              </a:rPr>
              <a:t>myFunction</a:t>
            </a:r>
            <a:r>
              <a:rPr lang="en-US" sz="1400" b="1" dirty="0">
                <a:solidFill>
                  <a:srgbClr val="7030A0"/>
                </a:solidFill>
                <a:latin typeface="Consolas" panose="020B0609020204030204" pitchFamily="49" charset="0"/>
              </a:rPr>
              <a:t>(a, b) {</a:t>
            </a:r>
          </a:p>
          <a:p>
            <a:pPr lvl="2"/>
            <a:r>
              <a:rPr lang="en-US" sz="1400" b="1" dirty="0">
                <a:solidFill>
                  <a:srgbClr val="7030A0"/>
                </a:solidFill>
                <a:latin typeface="Consolas" panose="020B0609020204030204" pitchFamily="49" charset="0"/>
              </a:rPr>
              <a:t>         	   return a * b;</a:t>
            </a:r>
          </a:p>
          <a:p>
            <a:pPr lvl="2"/>
            <a:r>
              <a:rPr lang="en-US" sz="1400" b="1" dirty="0">
                <a:solidFill>
                  <a:srgbClr val="7030A0"/>
                </a:solidFill>
                <a:latin typeface="Consolas" panose="020B0609020204030204" pitchFamily="49" charset="0"/>
              </a:rPr>
              <a:t>         }</a:t>
            </a: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  </a:t>
            </a:r>
          </a:p>
          <a:p>
            <a:pPr lvl="2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  &lt;/script&gt;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&lt;/head&gt;</a:t>
            </a:r>
            <a:b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</a:br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&lt;body&gt;</a:t>
            </a:r>
          </a:p>
          <a:p>
            <a:pPr lvl="2"/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&lt;/body&gt;</a:t>
            </a:r>
          </a:p>
          <a:p>
            <a:r>
              <a:rPr lang="en-US" sz="1400" dirty="0">
                <a:solidFill>
                  <a:schemeClr val="bg2">
                    <a:lumMod val="50000"/>
                  </a:schemeClr>
                </a:solidFill>
                <a:latin typeface="Consolas" panose="020B0609020204030204" pitchFamily="49" charset="0"/>
              </a:rPr>
              <a:t>      &lt;/html&gt;</a:t>
            </a:r>
          </a:p>
        </p:txBody>
      </p:sp>
    </p:spTree>
    <p:extLst>
      <p:ext uri="{BB962C8B-B14F-4D97-AF65-F5344CB8AC3E}">
        <p14:creationId xmlns:p14="http://schemas.microsoft.com/office/powerpoint/2010/main" val="28984906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Books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944A7F-5AE5-EC49-82AF-722C8C8F62C6}"/>
              </a:ext>
            </a:extLst>
          </p:cNvPr>
          <p:cNvSpPr txBox="1"/>
          <p:nvPr/>
        </p:nvSpPr>
        <p:spPr>
          <a:xfrm>
            <a:off x="335494" y="1060650"/>
            <a:ext cx="7987364" cy="28315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1. </a:t>
            </a:r>
            <a:r>
              <a:rPr lang="en-US" sz="1600" dirty="0"/>
              <a:t>W3Schools Online Web Tutorials; URL: http://www.w3schools.com</a:t>
            </a:r>
          </a:p>
          <a:p>
            <a:r>
              <a:rPr lang="en-US" sz="1600" dirty="0"/>
              <a:t>2. PHP Documentation; URL: http://www.php.net/docs.php</a:t>
            </a:r>
          </a:p>
          <a:p>
            <a:r>
              <a:rPr lang="en-US" sz="1600" dirty="0"/>
              <a:t>3. </a:t>
            </a:r>
            <a:r>
              <a:rPr lang="en-US" sz="1600" dirty="0" err="1"/>
              <a:t>Sams</a:t>
            </a:r>
            <a:r>
              <a:rPr lang="en-US" sz="1600" dirty="0"/>
              <a:t> Teach Yourself Ajax JavaScript and PHP All in One; Phil Ballard and Michael Moncur;</a:t>
            </a:r>
          </a:p>
          <a:p>
            <a:r>
              <a:rPr lang="en-US" sz="1600" dirty="0"/>
              <a:t>    </a:t>
            </a:r>
            <a:r>
              <a:rPr lang="en-US" sz="1600" dirty="0" err="1"/>
              <a:t>Sams</a:t>
            </a:r>
            <a:r>
              <a:rPr lang="en-US" sz="1600" dirty="0"/>
              <a:t> Publishing; 2010</a:t>
            </a:r>
          </a:p>
          <a:p>
            <a:r>
              <a:rPr lang="en-US" sz="1600" dirty="0"/>
              <a:t>4. JavaScript Phrasebook; Christian Wenz; </a:t>
            </a:r>
            <a:r>
              <a:rPr lang="en-US" sz="1600" dirty="0" err="1"/>
              <a:t>Sams</a:t>
            </a:r>
            <a:r>
              <a:rPr lang="en-US" sz="1600" dirty="0"/>
              <a:t> Publishing; 2007</a:t>
            </a:r>
          </a:p>
          <a:p>
            <a:r>
              <a:rPr lang="en-US" sz="1600" dirty="0"/>
              <a:t>5. PHP and MySQL Web Development, 4/E; Luke Welling and Laura Thomson; </a:t>
            </a:r>
            <a:r>
              <a:rPr lang="en-US" sz="1600" dirty="0" err="1"/>
              <a:t>AddisonWesley</a:t>
            </a:r>
            <a:endParaRPr lang="en-US" sz="1600" dirty="0"/>
          </a:p>
          <a:p>
            <a:r>
              <a:rPr lang="en-US" sz="1600" dirty="0"/>
              <a:t>    Professional; 2009</a:t>
            </a:r>
          </a:p>
          <a:p>
            <a:r>
              <a:rPr lang="en-US" sz="1600" dirty="0"/>
              <a:t>6. JavaScript for Programmers Paul J. </a:t>
            </a:r>
            <a:r>
              <a:rPr lang="en-US" sz="1600" dirty="0" err="1"/>
              <a:t>Deitel</a:t>
            </a:r>
            <a:r>
              <a:rPr lang="en-US" sz="1600" dirty="0"/>
              <a:t> and Harvey M. </a:t>
            </a:r>
            <a:r>
              <a:rPr lang="en-US" sz="1600" dirty="0" err="1"/>
              <a:t>Deitel</a:t>
            </a:r>
            <a:r>
              <a:rPr lang="en-US" sz="1600" dirty="0"/>
              <a:t>; Prentice Hall; 2009</a:t>
            </a:r>
          </a:p>
          <a:p>
            <a:r>
              <a:rPr lang="en-US" sz="1600" dirty="0"/>
              <a:t>7. Beginning PHP5, Apache, and MySQL Web Development; Elizabeth </a:t>
            </a:r>
            <a:r>
              <a:rPr lang="en-US" sz="1600" dirty="0" err="1"/>
              <a:t>Naramore</a:t>
            </a:r>
            <a:r>
              <a:rPr lang="en-US" sz="1600" dirty="0"/>
              <a:t>, Jason</a:t>
            </a:r>
          </a:p>
          <a:p>
            <a:r>
              <a:rPr lang="en-US" sz="1600" dirty="0"/>
              <a:t>     </a:t>
            </a:r>
            <a:r>
              <a:rPr lang="en-US" sz="1600" dirty="0" err="1"/>
              <a:t>Gerner</a:t>
            </a:r>
            <a:r>
              <a:rPr lang="en-US" sz="1600" dirty="0"/>
              <a:t>, Yann Le </a:t>
            </a:r>
            <a:r>
              <a:rPr lang="en-US" sz="1600" dirty="0" err="1"/>
              <a:t>Scouarnec</a:t>
            </a:r>
            <a:r>
              <a:rPr lang="en-US" sz="1600" dirty="0"/>
              <a:t>, Jeremy Stolz and Michael K. Glass; Wiley Publishing; 2005</a:t>
            </a:r>
          </a:p>
          <a:p>
            <a:r>
              <a:rPr lang="en-US" sz="1600" dirty="0"/>
              <a:t>8. XML in a Nutshell, 3/E; </a:t>
            </a:r>
            <a:r>
              <a:rPr lang="en-US" sz="1600" dirty="0" err="1"/>
              <a:t>Elliotte</a:t>
            </a:r>
            <a:r>
              <a:rPr lang="en-US" sz="1600" dirty="0"/>
              <a:t> Rusty Harold and W. Scott Means; O'Reilly Media; 2004</a:t>
            </a:r>
            <a:endParaRPr lang="en-FI" sz="1600" dirty="0"/>
          </a:p>
        </p:txBody>
      </p:sp>
    </p:spTree>
    <p:extLst>
      <p:ext uri="{BB962C8B-B14F-4D97-AF65-F5344CB8AC3E}">
        <p14:creationId xmlns:p14="http://schemas.microsoft.com/office/powerpoint/2010/main" val="19233823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335494" y="595100"/>
            <a:ext cx="3232896" cy="493414"/>
          </a:xfrm>
          <a:prstGeom prst="rect">
            <a:avLst/>
          </a:prstGeom>
        </p:spPr>
        <p:txBody>
          <a:bodyPr>
            <a:normAutofit/>
          </a:bodyPr>
          <a:lstStyle>
            <a:lvl1pPr marL="454025" indent="-454025" algn="l" defTabSz="914400" rtl="0" eaLnBrk="1" latinLnBrk="0" hangingPunct="1">
              <a:spcBef>
                <a:spcPts val="20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914400" indent="-457200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22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260475" indent="-346075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20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339725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939925" indent="-3317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9076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625725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970213" indent="-344488" algn="l" defTabSz="914400" rtl="0" eaLnBrk="1" latinLnBrk="0" hangingPunct="1">
              <a:spcBef>
                <a:spcPts val="600"/>
              </a:spcBef>
              <a:buClr>
                <a:schemeClr val="tx1">
                  <a:lumMod val="75000"/>
                  <a:lumOff val="2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313113" indent="-344488" algn="l" defTabSz="914400" rtl="0" eaLnBrk="1" latinLnBrk="0" hangingPunct="1">
              <a:spcBef>
                <a:spcPts val="600"/>
              </a:spcBef>
              <a:buClr>
                <a:schemeClr val="bg1">
                  <a:lumMod val="65000"/>
                </a:schemeClr>
              </a:buClr>
              <a:buSzPct val="90000"/>
              <a:buFont typeface="Wingdings" pitchFamily="2" charset="2"/>
              <a:buChar char=""/>
              <a:defRPr lang="en-US" sz="180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600" b="1" dirty="0">
                <a:solidFill>
                  <a:schemeClr val="tx1"/>
                </a:solidFill>
              </a:rPr>
              <a:t>References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CD2EA8-B54C-CE4F-A943-BFB367453E0E}"/>
              </a:ext>
            </a:extLst>
          </p:cNvPr>
          <p:cNvSpPr txBox="1"/>
          <p:nvPr/>
        </p:nvSpPr>
        <p:spPr>
          <a:xfrm>
            <a:off x="517442" y="1088514"/>
            <a:ext cx="593361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en-US" dirty="0">
                <a:hlinkClick r:id="rId2"/>
              </a:rPr>
              <a:t>https://www.w3schools.com/js/</a:t>
            </a:r>
            <a:endParaRPr lang="en-US" dirty="0"/>
          </a:p>
          <a:p>
            <a:pPr marL="342900" indent="-342900">
              <a:buAutoNum type="arabicPeriod"/>
            </a:pPr>
            <a:r>
              <a:rPr lang="en-US" dirty="0">
                <a:hlinkClick r:id="rId3"/>
              </a:rPr>
              <a:t>https://www.springboard.com/blog/history-of-javascript/</a:t>
            </a:r>
            <a:endParaRPr lang="en-US" dirty="0"/>
          </a:p>
          <a:p>
            <a:endParaRPr lang="en-FI" dirty="0"/>
          </a:p>
        </p:txBody>
      </p:sp>
    </p:spTree>
    <p:extLst>
      <p:ext uri="{BB962C8B-B14F-4D97-AF65-F5344CB8AC3E}">
        <p14:creationId xmlns:p14="http://schemas.microsoft.com/office/powerpoint/2010/main" val="3224969828"/>
      </p:ext>
    </p:extLst>
  </p:cSld>
  <p:clrMapOvr>
    <a:masterClrMapping/>
  </p:clrMapOvr>
</p:sld>
</file>

<file path=ppt/theme/theme1.xml><?xml version="1.0" encoding="utf-8"?>
<a:theme xmlns:a="http://schemas.openxmlformats.org/drawingml/2006/main" name="Spectrum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Spectrum">
      <a:majorFont>
        <a:latin typeface="Corbel"/>
        <a:ea typeface=""/>
        <a:cs typeface=""/>
        <a:font script="Jpan" typeface="ＭＳ ゴシック"/>
        <a:font script="Hans" typeface="宋体"/>
        <a:font script="Hant" typeface="新細明體"/>
      </a:majorFont>
      <a:minorFont>
        <a:latin typeface="Calibri"/>
        <a:ea typeface=""/>
        <a:cs typeface=""/>
        <a:font script="Jpan" typeface="ＭＳ ゴシック"/>
        <a:font script="Hans" typeface="宋体"/>
        <a:font script="Hant" typeface="新細明體"/>
      </a:minorFont>
    </a:fontScheme>
    <a:fmtScheme name="Spectrum">
      <a: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70000"/>
                <a:satMod val="150000"/>
              </a:schemeClr>
            </a:gs>
            <a:gs pos="100000">
              <a:schemeClr val="phClr">
                <a:tint val="95000"/>
                <a:satMod val="1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95000"/>
                <a:shade val="70000"/>
                <a:satMod val="150000"/>
              </a:schemeClr>
            </a:gs>
            <a:gs pos="100000">
              <a:schemeClr val="phClr">
                <a:tint val="100000"/>
                <a:shade val="100000"/>
                <a:satMod val="150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6600000" sx="101000" sy="101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50800" dir="5400000" sx="105000" sy="105000" algn="ctr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4800000"/>
            </a:lightRig>
          </a:scene3d>
          <a:sp3d prstMaterial="matte">
            <a:bevelT w="63500" h="50800" prst="angl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B2BCDF1B2A22B4A8146FD01CC9FC177" ma:contentTypeVersion="3" ma:contentTypeDescription="Create a new document." ma:contentTypeScope="" ma:versionID="ace49fccd7147badac874e04b30a9f98">
  <xsd:schema xmlns:xsd="http://www.w3.org/2001/XMLSchema" xmlns:xs="http://www.w3.org/2001/XMLSchema" xmlns:p="http://schemas.microsoft.com/office/2006/metadata/properties" xmlns:ns2="f1d0a431-73d2-4aed-a3b9-997dc2ad4fd8" targetNamespace="http://schemas.microsoft.com/office/2006/metadata/properties" ma:root="true" ma:fieldsID="a18e933088f35d1fd24b402072cac3cf" ns2:_="">
    <xsd:import namespace="f1d0a431-73d2-4aed-a3b9-997dc2ad4fd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1d0a431-73d2-4aed-a3b9-997dc2ad4fd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57B4A155-0D74-4256-B8F9-BA3629E30B1C}"/>
</file>

<file path=customXml/itemProps2.xml><?xml version="1.0" encoding="utf-8"?>
<ds:datastoreItem xmlns:ds="http://schemas.openxmlformats.org/officeDocument/2006/customXml" ds:itemID="{FBD516D9-35A8-4F0C-BEDC-3121DA98EEC5}"/>
</file>

<file path=customXml/itemProps3.xml><?xml version="1.0" encoding="utf-8"?>
<ds:datastoreItem xmlns:ds="http://schemas.openxmlformats.org/officeDocument/2006/customXml" ds:itemID="{FA3FE892-19AF-4E0F-A929-EC4926A91001}"/>
</file>

<file path=docProps/app.xml><?xml version="1.0" encoding="utf-8"?>
<Properties xmlns="http://schemas.openxmlformats.org/officeDocument/2006/extended-properties" xmlns:vt="http://schemas.openxmlformats.org/officeDocument/2006/docPropsVTypes">
  <Template>Spectrum.thmx</Template>
  <TotalTime>940</TotalTime>
  <Words>897</Words>
  <Application>Microsoft Office PowerPoint</Application>
  <PresentationFormat>On-screen Show (4:3)</PresentationFormat>
  <Paragraphs>128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Consolas</vt:lpstr>
      <vt:lpstr>Corbel</vt:lpstr>
      <vt:lpstr>Wingdings</vt:lpstr>
      <vt:lpstr>Spectrum</vt:lpstr>
      <vt:lpstr>JavaScript Events</vt:lpstr>
      <vt:lpstr>Lecture Outline</vt:lpstr>
      <vt:lpstr>JS Events</vt:lpstr>
      <vt:lpstr>PowerPoint Presentation</vt:lpstr>
      <vt:lpstr>JS Functions</vt:lpstr>
      <vt:lpstr>PowerPoint Presentation</vt:lpstr>
      <vt:lpstr>PowerPoint Presentation</vt:lpstr>
      <vt:lpstr>PowerPoint Presentation</vt:lpstr>
      <vt:lpstr>PowerPoint Presentation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Thesis Title</dc:title>
  <dc:creator>Mahbubul Syeed</dc:creator>
  <cp:lastModifiedBy>Sazzad Hossain</cp:lastModifiedBy>
  <cp:revision>89</cp:revision>
  <dcterms:created xsi:type="dcterms:W3CDTF">2018-12-10T17:20:29Z</dcterms:created>
  <dcterms:modified xsi:type="dcterms:W3CDTF">2022-05-24T14:59:38Z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0x0101001B2BCDF1B2A22B4A8146FD01CC9FC177</vt:lpwstr>
  </property>
</Properties>
</file>