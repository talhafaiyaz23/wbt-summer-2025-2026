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6" r:id="rId3"/>
    <p:sldId id="267" r:id="rId4"/>
    <p:sldId id="268" r:id="rId5"/>
    <p:sldId id="269" r:id="rId6"/>
    <p:sldId id="25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57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A3B9F-34EB-5163-96AD-852CF04B9C67}" v="1" dt="2026-07-10T08:22:04.8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IA AFRIN ANIKA" userId="S::23-54372-3@student.aiub.edu::b36eeaf5-8786-47e1-b07b-ab157ef1c6e1" providerId="AD" clId="Web-{EE5A3B9F-34EB-5163-96AD-852CF04B9C67}"/>
    <pc:docChg chg="sldOrd">
      <pc:chgData name="SADIA AFRIN ANIKA" userId="S::23-54372-3@student.aiub.edu::b36eeaf5-8786-47e1-b07b-ab157ef1c6e1" providerId="AD" clId="Web-{EE5A3B9F-34EB-5163-96AD-852CF04B9C67}" dt="2026-07-10T08:22:04.818" v="0"/>
      <pc:docMkLst>
        <pc:docMk/>
      </pc:docMkLst>
      <pc:sldChg chg="ord">
        <pc:chgData name="SADIA AFRIN ANIKA" userId="S::23-54372-3@student.aiub.edu::b36eeaf5-8786-47e1-b07b-ab157ef1c6e1" providerId="AD" clId="Web-{EE5A3B9F-34EB-5163-96AD-852CF04B9C67}" dt="2026-07-10T08:22:04.818" v="0"/>
        <pc:sldMkLst>
          <pc:docMk/>
          <pc:sldMk cId="424874041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78472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(x)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/“Jon/”";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.innerHTML 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1ACDF5-661F-43C6-AFC2-864AB5345E39}"/>
</file>

<file path=customXml/itemProps2.xml><?xml version="1.0" encoding="utf-8"?>
<ds:datastoreItem xmlns:ds="http://schemas.openxmlformats.org/officeDocument/2006/customXml" ds:itemID="{C05CB03D-6782-4FC5-86D3-31977C9FE854}"/>
</file>

<file path=customXml/itemProps3.xml><?xml version="1.0" encoding="utf-8"?>
<ds:datastoreItem xmlns:ds="http://schemas.openxmlformats.org/officeDocument/2006/customXml" ds:itemID="{3D6407EB-56F7-4358-87D6-365890046D54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1115</TotalTime>
  <Words>3036</Words>
  <Application>Microsoft Office PowerPoint</Application>
  <PresentationFormat>On-screen Show (4:3)</PresentationFormat>
  <Paragraphs>364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Spectrum</vt:lpstr>
      <vt:lpstr>JavaScript Introduction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Lecture Outline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98</cp:revision>
  <dcterms:created xsi:type="dcterms:W3CDTF">2018-12-10T17:20:29Z</dcterms:created>
  <dcterms:modified xsi:type="dcterms:W3CDTF">2026-07-10T08:22:05Z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